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3"/>
  </p:handoutMasterIdLst>
  <p:sldIdLst>
    <p:sldId id="295" r:id="rId3"/>
    <p:sldId id="327" r:id="rId5"/>
    <p:sldId id="331" r:id="rId6"/>
    <p:sldId id="330" r:id="rId7"/>
    <p:sldId id="333" r:id="rId8"/>
    <p:sldId id="334" r:id="rId9"/>
    <p:sldId id="337" r:id="rId10"/>
    <p:sldId id="332" r:id="rId11"/>
    <p:sldId id="29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B95"/>
    <a:srgbClr val="277C85"/>
    <a:srgbClr val="206A72"/>
    <a:srgbClr val="1D6269"/>
    <a:srgbClr val="42BAC8"/>
    <a:srgbClr val="2E939E"/>
    <a:srgbClr val="33A3AF"/>
    <a:srgbClr val="2C8E98"/>
    <a:srgbClr val="2F98A3"/>
    <a:srgbClr val="2270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43" autoAdjust="0"/>
    <p:restoredTop sz="94660" autoAdjust="0"/>
  </p:normalViewPr>
  <p:slideViewPr>
    <p:cSldViewPr snapToGrid="0" showGuides="1">
      <p:cViewPr>
        <p:scale>
          <a:sx n="52" d="100"/>
          <a:sy n="52" d="100"/>
        </p:scale>
        <p:origin x="-1224" y="-378"/>
      </p:cViewPr>
      <p:guideLst>
        <p:guide orient="horz" pos="2165"/>
        <p:guide orient="horz" pos="4118"/>
        <p:guide orient="horz" pos="402"/>
        <p:guide orient="horz" pos="2240"/>
        <p:guide orient="horz" pos="864"/>
        <p:guide orient="horz" pos="3350"/>
        <p:guide orient="horz" pos="3630"/>
        <p:guide orient="horz" pos="990"/>
        <p:guide orient="horz" pos="1939"/>
        <p:guide orient="horz" pos="3706"/>
        <p:guide pos="3840"/>
        <p:guide pos="175"/>
        <p:guide pos="7466"/>
        <p:guide pos="944"/>
        <p:guide pos="6854"/>
        <p:guide pos="3706"/>
        <p:guide pos="3989"/>
        <p:guide pos="2328"/>
        <p:guide pos="5312"/>
        <p:guide pos="3031"/>
        <p:guide pos="465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7" d="100"/>
          <a:sy n="67" d="100"/>
        </p:scale>
        <p:origin x="-2868" y="-120"/>
      </p:cViewPr>
      <p:guideLst>
        <p:guide orient="horz" pos="2887"/>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EFB9DB-23B5-49D5-A60F-79C781E9F7DD}"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3537725-54BD-47FC-8062-EC17FFA2D8A0}"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06AEB5-17ED-49C6-B915-2E2D9EF8D2A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Click to edit Master text style</a:t>
            </a:r>
            <a:endParaRPr lang="zh-CN" altLang="en-US" smtClean="0"/>
          </a:p>
          <a:p>
            <a:pPr lvl="1"/>
            <a:r>
              <a:rPr lang="zh-CN" altLang="en-US" smtClean="0"/>
              <a:t>Second level</a:t>
            </a:r>
            <a:endParaRPr lang="zh-CN" altLang="en-US" smtClean="0"/>
          </a:p>
          <a:p>
            <a:pPr lvl="2"/>
            <a:r>
              <a:rPr lang="zh-CN" altLang="en-US" smtClean="0"/>
              <a:t>Third level</a:t>
            </a:r>
            <a:endParaRPr lang="zh-CN" altLang="en-US" smtClean="0"/>
          </a:p>
          <a:p>
            <a:pPr lvl="3"/>
            <a:r>
              <a:rPr lang="zh-CN" altLang="en-US" smtClean="0"/>
              <a:t>Fourth level</a:t>
            </a:r>
            <a:endParaRPr lang="zh-CN" altLang="en-US" smtClean="0"/>
          </a:p>
          <a:p>
            <a:pPr lvl="4"/>
            <a:r>
              <a:rPr lang="zh-CN" altLang="en-US" smtClean="0"/>
              <a:t>Fifth level</a:t>
            </a:r>
            <a:endParaRPr lang="zh-CN" altLang="en-US" smtClean="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CD56E6-B1B1-4904-A8C2-04C98D75669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DCD56E6-B1B1-4904-A8C2-04C98D75669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DCD56E6-B1B1-4904-A8C2-04C98D75669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0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a:prstGeom prst="rect">
            <a:avLst/>
          </a:prstGeom>
        </p:spPr>
        <p:txBody>
          <a:bodyPr/>
          <a:lstStyle/>
          <a:p>
            <a:fld id="{2B9A32D9-BCEE-48FC-9084-42EEA3BBCC8C}" type="datetime1">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a:prstGeom prst="rect">
            <a:avLst/>
          </a:prstGeom>
        </p:spPr>
        <p:txBody>
          <a:bodyPr/>
          <a:lstStyle/>
          <a:p>
            <a:fld id="{CDA477EA-48B9-4728-97CB-8A980F9D5CF5}" type="datetime1">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20" name="文本占位符 2"/>
          <p:cNvSpPr>
            <a:spLocks noGrp="1"/>
          </p:cNvSpPr>
          <p:nvPr>
            <p:ph type="body" idx="1" hasCustomPrompt="1"/>
          </p:nvPr>
        </p:nvSpPr>
        <p:spPr>
          <a:xfrm>
            <a:off x="6436392" y="2614036"/>
            <a:ext cx="4555458" cy="619017"/>
          </a:xfrm>
        </p:spPr>
        <p:txBody>
          <a:bodyPr anchor="ctr">
            <a:normAutofit/>
          </a:bodyPr>
          <a:lstStyle>
            <a:lvl1pPr marL="0" indent="0" algn="l" defTabSz="914400" rtl="0" eaLnBrk="1" latinLnBrk="0" hangingPunct="1">
              <a:lnSpc>
                <a:spcPct val="90000"/>
              </a:lnSpc>
              <a:spcBef>
                <a:spcPct val="0"/>
              </a:spcBef>
              <a:buNone/>
              <a:defRPr lang="zh-CN" altLang="en-US" sz="2200" b="1" strike="noStrike" kern="1200" dirty="0" smtClean="0">
                <a:solidFill>
                  <a:schemeClr val="tx1">
                    <a:lumMod val="75000"/>
                    <a:lumOff val="25000"/>
                  </a:schemeClr>
                </a:solidFill>
                <a:latin typeface="Microsoft YaHei" panose="020B0503020204020204" pitchFamily="34" charset="-122"/>
                <a:ea typeface="Microsoft YaHe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Click to edit Master title style</a:t>
            </a:r>
            <a:endParaRPr lang="zh-CN" altLang="en-US" dirty="0" smtClean="0"/>
          </a:p>
        </p:txBody>
      </p:sp>
      <p:sp>
        <p:nvSpPr>
          <p:cNvPr id="22" name="文本占位符 2"/>
          <p:cNvSpPr>
            <a:spLocks noGrp="1"/>
          </p:cNvSpPr>
          <p:nvPr>
            <p:ph type="body" idx="13" hasCustomPrompt="1"/>
          </p:nvPr>
        </p:nvSpPr>
        <p:spPr>
          <a:xfrm>
            <a:off x="6436392" y="3624944"/>
            <a:ext cx="4555458" cy="619017"/>
          </a:xfrm>
        </p:spPr>
        <p:txBody>
          <a:bodyPr anchor="ctr">
            <a:normAutofit/>
          </a:bodyPr>
          <a:lstStyle>
            <a:lvl1pPr marL="0" indent="0" algn="l" defTabSz="914400" rtl="0" eaLnBrk="1" latinLnBrk="0" hangingPunct="1">
              <a:lnSpc>
                <a:spcPct val="90000"/>
              </a:lnSpc>
              <a:spcBef>
                <a:spcPct val="0"/>
              </a:spcBef>
              <a:buNone/>
              <a:defRPr lang="zh-CN" altLang="en-US" sz="2200" b="1" strike="noStrike" kern="1200" dirty="0" smtClean="0">
                <a:solidFill>
                  <a:schemeClr val="tx1">
                    <a:lumMod val="75000"/>
                    <a:lumOff val="25000"/>
                  </a:schemeClr>
                </a:solidFill>
                <a:latin typeface="Microsoft YaHei" panose="020B0503020204020204" pitchFamily="34" charset="-122"/>
                <a:ea typeface="Microsoft YaHe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Click to edit Master title style</a:t>
            </a:r>
            <a:endParaRPr lang="zh-CN" altLang="en-US" dirty="0" smtClean="0"/>
          </a:p>
        </p:txBody>
      </p:sp>
      <p:sp>
        <p:nvSpPr>
          <p:cNvPr id="23" name="文本占位符 2"/>
          <p:cNvSpPr>
            <a:spLocks noGrp="1"/>
          </p:cNvSpPr>
          <p:nvPr>
            <p:ph type="body" idx="14" hasCustomPrompt="1"/>
          </p:nvPr>
        </p:nvSpPr>
        <p:spPr>
          <a:xfrm>
            <a:off x="6436392" y="4635852"/>
            <a:ext cx="4555458" cy="619017"/>
          </a:xfrm>
        </p:spPr>
        <p:txBody>
          <a:bodyPr anchor="ctr">
            <a:normAutofit/>
          </a:bodyPr>
          <a:lstStyle>
            <a:lvl1pPr marL="0" indent="0" algn="l" defTabSz="914400" rtl="0" eaLnBrk="1" latinLnBrk="0" hangingPunct="1">
              <a:lnSpc>
                <a:spcPct val="90000"/>
              </a:lnSpc>
              <a:spcBef>
                <a:spcPct val="0"/>
              </a:spcBef>
              <a:buNone/>
              <a:defRPr lang="zh-CN" altLang="en-US" sz="2200" b="1" strike="noStrike" kern="1200" dirty="0" smtClean="0">
                <a:solidFill>
                  <a:schemeClr val="tx1">
                    <a:lumMod val="75000"/>
                    <a:lumOff val="25000"/>
                  </a:schemeClr>
                </a:solidFill>
                <a:latin typeface="Microsoft YaHei" panose="020B0503020204020204" pitchFamily="34" charset="-122"/>
                <a:ea typeface="Microsoft YaHe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Click to edit Master title style</a:t>
            </a:r>
            <a:endParaRPr lang="zh-CN" altLang="en-US" dirty="0" smtClean="0"/>
          </a:p>
        </p:txBody>
      </p:sp>
      <p:sp>
        <p:nvSpPr>
          <p:cNvPr id="24" name="文本占位符 2"/>
          <p:cNvSpPr>
            <a:spLocks noGrp="1"/>
          </p:cNvSpPr>
          <p:nvPr>
            <p:ph type="body" idx="15" hasCustomPrompt="1"/>
          </p:nvPr>
        </p:nvSpPr>
        <p:spPr>
          <a:xfrm>
            <a:off x="6436392" y="1605530"/>
            <a:ext cx="4555458" cy="619017"/>
          </a:xfrm>
        </p:spPr>
        <p:txBody>
          <a:bodyPr anchor="ctr">
            <a:normAutofit/>
          </a:bodyPr>
          <a:lstStyle>
            <a:lvl1pPr marL="0" indent="0" algn="l" defTabSz="914400" rtl="0" eaLnBrk="1" latinLnBrk="0" hangingPunct="1">
              <a:lnSpc>
                <a:spcPct val="90000"/>
              </a:lnSpc>
              <a:spcBef>
                <a:spcPct val="0"/>
              </a:spcBef>
              <a:buNone/>
              <a:defRPr lang="zh-CN" altLang="en-US" sz="2200" b="1" strike="noStrike" kern="1200" dirty="0" smtClean="0">
                <a:solidFill>
                  <a:schemeClr val="tx1">
                    <a:lumMod val="75000"/>
                    <a:lumOff val="25000"/>
                  </a:schemeClr>
                </a:solidFill>
                <a:latin typeface="Microsoft YaHei" panose="020B0503020204020204" pitchFamily="34" charset="-122"/>
                <a:ea typeface="Microsoft YaHe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Click to edit Master title style</a:t>
            </a:r>
            <a:endParaRPr lang="zh-CN" altLang="en-US" dirty="0" smtClean="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B046E8FC-32C2-412C-BB5B-1B61C7E32455}" type="datetime1">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标题 1"/>
          <p:cNvSpPr>
            <a:spLocks noGrp="1"/>
          </p:cNvSpPr>
          <p:nvPr>
            <p:ph type="title"/>
          </p:nvPr>
        </p:nvSpPr>
        <p:spPr>
          <a:xfrm>
            <a:off x="838200" y="4728739"/>
            <a:ext cx="10515600" cy="618385"/>
          </a:xfrm>
        </p:spPr>
        <p:txBody>
          <a:bodyPr>
            <a:noAutofit/>
          </a:bodyPr>
          <a:lstStyle>
            <a:lvl1pPr algn="ctr">
              <a:defRPr sz="3600" b="1">
                <a:solidFill>
                  <a:schemeClr val="tx1">
                    <a:lumMod val="75000"/>
                    <a:lumOff val="25000"/>
                  </a:schemeClr>
                </a:solidFill>
                <a:latin typeface="Microsoft YaHei" panose="020B0503020204020204" pitchFamily="34" charset="-122"/>
                <a:ea typeface="Microsoft YaHei" panose="020B0503020204020204" pitchFamily="34" charset="-122"/>
              </a:defRPr>
            </a:lvl1pPr>
          </a:lstStyle>
          <a:p>
            <a:r>
              <a:rPr lang="zh-CN" altLang="en-US" dirty="0" smtClean="0"/>
              <a:t>Click to edit Master title style</a:t>
            </a:r>
            <a:endParaRPr lang="zh-CN" altLang="en-US" dirty="0" smtClean="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B046E8FC-32C2-412C-BB5B-1B61C7E32455}" type="datetime1">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标题 1"/>
          <p:cNvSpPr>
            <a:spLocks noGrp="1"/>
          </p:cNvSpPr>
          <p:nvPr>
            <p:ph type="title"/>
          </p:nvPr>
        </p:nvSpPr>
        <p:spPr>
          <a:xfrm>
            <a:off x="838200" y="4728739"/>
            <a:ext cx="10515600" cy="618385"/>
          </a:xfrm>
        </p:spPr>
        <p:txBody>
          <a:bodyPr>
            <a:noAutofit/>
          </a:bodyPr>
          <a:lstStyle>
            <a:lvl1pPr algn="ctr">
              <a:defRPr sz="3600" b="0">
                <a:solidFill>
                  <a:schemeClr val="tx1">
                    <a:lumMod val="75000"/>
                    <a:lumOff val="25000"/>
                  </a:schemeClr>
                </a:solidFill>
                <a:latin typeface="Microsoft YaHei" panose="020B0503020204020204" pitchFamily="34" charset="-122"/>
                <a:ea typeface="Microsoft YaHei" panose="020B0503020204020204" pitchFamily="34" charset="-122"/>
              </a:defRPr>
            </a:lvl1pPr>
          </a:lstStyle>
          <a:p>
            <a:r>
              <a:rPr lang="zh-CN" altLang="en-US" dirty="0" smtClean="0"/>
              <a:t>Click to edit Master title style</a:t>
            </a:r>
            <a:endParaRPr lang="zh-CN" altLang="en-US" dirty="0" smtClean="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B046E8FC-32C2-412C-BB5B-1B61C7E32455}" type="datetime1">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标题 1"/>
          <p:cNvSpPr>
            <a:spLocks noGrp="1"/>
          </p:cNvSpPr>
          <p:nvPr>
            <p:ph type="title"/>
          </p:nvPr>
        </p:nvSpPr>
        <p:spPr>
          <a:xfrm>
            <a:off x="838200" y="4728739"/>
            <a:ext cx="10515600" cy="618385"/>
          </a:xfrm>
        </p:spPr>
        <p:txBody>
          <a:bodyPr>
            <a:noAutofit/>
          </a:bodyPr>
          <a:lstStyle>
            <a:lvl1pPr algn="ctr">
              <a:defRPr sz="3600" b="1">
                <a:solidFill>
                  <a:schemeClr val="tx1">
                    <a:lumMod val="75000"/>
                    <a:lumOff val="25000"/>
                  </a:schemeClr>
                </a:solidFill>
                <a:latin typeface="Microsoft YaHei" panose="020B0503020204020204" pitchFamily="34" charset="-122"/>
                <a:ea typeface="Microsoft YaHei" panose="020B0503020204020204" pitchFamily="34" charset="-122"/>
              </a:defRPr>
            </a:lvl1pPr>
          </a:lstStyle>
          <a:p>
            <a:r>
              <a:rPr lang="zh-CN" altLang="en-US" dirty="0" smtClean="0"/>
              <a:t>Click to edit Master title style</a:t>
            </a:r>
            <a:endParaRPr lang="zh-CN" altLang="en-US" dirty="0" smtClean="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B046E8FC-32C2-412C-BB5B-1B61C7E32455}" type="datetime1">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标题 1"/>
          <p:cNvSpPr>
            <a:spLocks noGrp="1"/>
          </p:cNvSpPr>
          <p:nvPr>
            <p:ph type="title"/>
          </p:nvPr>
        </p:nvSpPr>
        <p:spPr>
          <a:xfrm>
            <a:off x="838200" y="4728739"/>
            <a:ext cx="10515600" cy="618385"/>
          </a:xfrm>
        </p:spPr>
        <p:txBody>
          <a:bodyPr>
            <a:noAutofit/>
          </a:bodyPr>
          <a:lstStyle>
            <a:lvl1pPr algn="ctr">
              <a:defRPr sz="3600" b="1">
                <a:solidFill>
                  <a:schemeClr val="tx1">
                    <a:lumMod val="75000"/>
                    <a:lumOff val="25000"/>
                  </a:schemeClr>
                </a:solidFill>
                <a:latin typeface="Microsoft YaHei" panose="020B0503020204020204" pitchFamily="34" charset="-122"/>
                <a:ea typeface="Microsoft YaHei" panose="020B0503020204020204" pitchFamily="34" charset="-122"/>
              </a:defRPr>
            </a:lvl1pPr>
          </a:lstStyle>
          <a:p>
            <a:r>
              <a:rPr lang="zh-CN" altLang="en-US" dirty="0" smtClean="0"/>
              <a:t>Click to edit Master title style</a:t>
            </a:r>
            <a:endParaRPr lang="zh-CN" altLang="en-US" dirty="0" smtClean="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zh-CN" altLang="en-US" smtClean="0"/>
              <a:t>Click to edit Master title style</a:t>
            </a:r>
            <a:endParaRPr lang="zh-CN" altLang="en-US" smtClean="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Click to edit Master text style</a:t>
            </a:r>
            <a:endParaRPr lang="zh-CN" altLang="en-US" smtClean="0"/>
          </a:p>
          <a:p>
            <a:pPr lvl="1"/>
            <a:r>
              <a:rPr lang="zh-CN" altLang="en-US" smtClean="0"/>
              <a:t>Second level</a:t>
            </a:r>
            <a:endParaRPr lang="zh-CN" altLang="en-US" smtClean="0"/>
          </a:p>
          <a:p>
            <a:pPr lvl="2"/>
            <a:r>
              <a:rPr lang="zh-CN" altLang="en-US" smtClean="0"/>
              <a:t>Third level</a:t>
            </a:r>
            <a:endParaRPr lang="zh-CN" altLang="en-US" smtClean="0"/>
          </a:p>
          <a:p>
            <a:pPr lvl="3"/>
            <a:r>
              <a:rPr lang="zh-CN" altLang="en-US" smtClean="0"/>
              <a:t>Fourth level</a:t>
            </a:r>
            <a:endParaRPr lang="zh-CN" altLang="en-US" smtClean="0"/>
          </a:p>
          <a:p>
            <a:pPr lvl="4"/>
            <a:r>
              <a:rPr lang="zh-CN" altLang="en-US" smtClean="0"/>
              <a:t>Fifth level</a:t>
            </a:r>
            <a:endParaRPr lang="zh-CN" altLang="en-US"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等腰三角形 4"/>
          <p:cNvSpPr/>
          <p:nvPr/>
        </p:nvSpPr>
        <p:spPr>
          <a:xfrm rot="5400000" flipH="1">
            <a:off x="-1117813" y="973667"/>
            <a:ext cx="6858002" cy="4910667"/>
          </a:xfrm>
          <a:custGeom>
            <a:avLst/>
            <a:gdLst/>
            <a:ahLst/>
            <a:cxnLst/>
            <a:rect l="l" t="t" r="r" b="b"/>
            <a:pathLst>
              <a:path w="5151968" h="5410203">
                <a:moveTo>
                  <a:pt x="5151967" y="2023534"/>
                </a:moveTo>
                <a:lnTo>
                  <a:pt x="0" y="2023534"/>
                </a:lnTo>
                <a:lnTo>
                  <a:pt x="2575984" y="0"/>
                </a:lnTo>
                <a:close/>
                <a:moveTo>
                  <a:pt x="5151968" y="2023536"/>
                </a:moveTo>
                <a:lnTo>
                  <a:pt x="5151968" y="5410203"/>
                </a:lnTo>
                <a:lnTo>
                  <a:pt x="8468" y="5410203"/>
                </a:lnTo>
                <a:lnTo>
                  <a:pt x="8468" y="2023536"/>
                </a:lnTo>
                <a:close/>
              </a:path>
            </a:pathLst>
          </a:custGeom>
          <a:solidFill>
            <a:srgbClr val="62A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 name="矩形 2"/>
          <p:cNvSpPr/>
          <p:nvPr/>
        </p:nvSpPr>
        <p:spPr>
          <a:xfrm>
            <a:off x="0" y="330200"/>
            <a:ext cx="12206605" cy="3082290"/>
          </a:xfrm>
          <a:prstGeom prst="rect">
            <a:avLst/>
          </a:prstGeom>
          <a:solidFill>
            <a:srgbClr val="2B8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 Box 1"/>
          <p:cNvSpPr txBox="1"/>
          <p:nvPr/>
        </p:nvSpPr>
        <p:spPr>
          <a:xfrm>
            <a:off x="1815465" y="1479550"/>
            <a:ext cx="8576310" cy="783590"/>
          </a:xfrm>
          <a:prstGeom prst="rect">
            <a:avLst/>
          </a:prstGeom>
          <a:noFill/>
        </p:spPr>
        <p:txBody>
          <a:bodyPr wrap="square" rtlCol="0">
            <a:spAutoFit/>
          </a:bodyPr>
          <a:p>
            <a:pPr algn="ctr"/>
            <a:r>
              <a:rPr lang="en-US" sz="4500" b="1" u="sng">
                <a:latin typeface="Times New Roman" panose="02020603050405020304" charset="0"/>
                <a:cs typeface="Times New Roman" panose="02020603050405020304" charset="0"/>
              </a:rPr>
              <a:t>SPECIAL PROJECT - I</a:t>
            </a:r>
            <a:endParaRPr lang="en-US" sz="4500" b="1" u="sng">
              <a:latin typeface="Times New Roman" panose="02020603050405020304" charset="0"/>
              <a:cs typeface="Times New Roman" panose="02020603050405020304" charset="0"/>
            </a:endParaRPr>
          </a:p>
        </p:txBody>
      </p:sp>
      <p:sp>
        <p:nvSpPr>
          <p:cNvPr id="4" name="Text Box 3"/>
          <p:cNvSpPr txBox="1"/>
          <p:nvPr/>
        </p:nvSpPr>
        <p:spPr>
          <a:xfrm>
            <a:off x="4077335" y="2263140"/>
            <a:ext cx="4164330" cy="1260475"/>
          </a:xfrm>
          <a:prstGeom prst="rect">
            <a:avLst/>
          </a:prstGeom>
          <a:noFill/>
        </p:spPr>
        <p:txBody>
          <a:bodyPr wrap="square" rtlCol="0">
            <a:spAutoFit/>
          </a:bodyPr>
          <a:p>
            <a:pPr algn="ctr"/>
            <a:r>
              <a:rPr lang="en-IN" altLang="en-US" sz="3800">
                <a:latin typeface="Times New Roman" panose="02020603050405020304" charset="0"/>
                <a:cs typeface="Times New Roman" panose="02020603050405020304" charset="0"/>
              </a:rPr>
              <a:t>Voice assistant</a:t>
            </a:r>
            <a:r>
              <a:rPr lang="en-US" altLang="en-IN" sz="3800">
                <a:latin typeface="Times New Roman" panose="02020603050405020304" charset="0"/>
                <a:cs typeface="Times New Roman" panose="02020603050405020304" charset="0"/>
              </a:rPr>
              <a:t> for PC Management</a:t>
            </a:r>
            <a:endParaRPr lang="en-US" altLang="en-IN" sz="3800">
              <a:latin typeface="Times New Roman" panose="02020603050405020304" charset="0"/>
              <a:cs typeface="Times New Roman" panose="02020603050405020304" charset="0"/>
            </a:endParaRPr>
          </a:p>
        </p:txBody>
      </p:sp>
      <p:sp>
        <p:nvSpPr>
          <p:cNvPr id="5" name="Text Box 4"/>
          <p:cNvSpPr txBox="1"/>
          <p:nvPr/>
        </p:nvSpPr>
        <p:spPr>
          <a:xfrm>
            <a:off x="8595360" y="5481320"/>
            <a:ext cx="3611245" cy="922020"/>
          </a:xfrm>
          <a:prstGeom prst="rect">
            <a:avLst/>
          </a:prstGeom>
          <a:noFill/>
        </p:spPr>
        <p:txBody>
          <a:bodyPr wrap="square" rtlCol="0">
            <a:spAutoFit/>
          </a:bodyPr>
          <a:p>
            <a:r>
              <a:rPr lang="en-US">
                <a:latin typeface="Bahnschrift SemiBold" panose="020B0502040204020203" charset="0"/>
                <a:cs typeface="Bahnschrift SemiBold" panose="020B0502040204020203" charset="0"/>
                <a:sym typeface="+mn-ea"/>
              </a:rPr>
              <a:t>BY</a:t>
            </a:r>
            <a:endParaRPr lang="en-US">
              <a:latin typeface="Bahnschrift SemiBold" panose="020B0502040204020203" charset="0"/>
              <a:cs typeface="Bahnschrift SemiBold" panose="020B0502040204020203" charset="0"/>
            </a:endParaRPr>
          </a:p>
          <a:p>
            <a:r>
              <a:rPr lang="en-IN" altLang="en-US">
                <a:latin typeface="Bahnschrift SemiBold" panose="020B0502040204020203" charset="0"/>
                <a:cs typeface="Bahnschrift SemiBold" panose="020B0502040204020203" charset="0"/>
                <a:sym typeface="+mn-ea"/>
              </a:rPr>
              <a:t>Tarun A(20STUCHH010130)</a:t>
            </a:r>
            <a:endParaRPr lang="en-IN" altLang="en-US">
              <a:latin typeface="Bahnschrift SemiBold" panose="020B0502040204020203" charset="0"/>
              <a:cs typeface="Bahnschrift SemiBold" panose="020B0502040204020203" charset="0"/>
            </a:endParaRPr>
          </a:p>
          <a:p>
            <a:r>
              <a:rPr lang="en-IN" altLang="en-US">
                <a:latin typeface="Bahnschrift SemiBold" panose="020B0502040204020203" charset="0"/>
                <a:cs typeface="Bahnschrift SemiBold" panose="020B0502040204020203" charset="0"/>
                <a:sym typeface="+mn-ea"/>
              </a:rPr>
              <a:t>Pawan Kalyan(20STUCHH010020</a:t>
            </a:r>
            <a:endParaRPr lang="en-US"/>
          </a:p>
        </p:txBody>
      </p:sp>
      <p:pic>
        <p:nvPicPr>
          <p:cNvPr id="6" name="Picture 5"/>
          <p:cNvPicPr/>
          <p:nvPr/>
        </p:nvPicPr>
        <p:blipFill>
          <a:blip r:embed="rId1"/>
          <a:stretch>
            <a:fillRect/>
          </a:stretch>
        </p:blipFill>
        <p:spPr>
          <a:xfrm>
            <a:off x="4766310" y="3886200"/>
            <a:ext cx="3411855" cy="159512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75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2"/>
          <p:cNvSpPr/>
          <p:nvPr/>
        </p:nvSpPr>
        <p:spPr>
          <a:xfrm>
            <a:off x="-14605" y="0"/>
            <a:ext cx="12206605" cy="1465580"/>
          </a:xfrm>
          <a:prstGeom prst="rect">
            <a:avLst/>
          </a:prstGeom>
          <a:solidFill>
            <a:srgbClr val="2B8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Text Box 5"/>
          <p:cNvSpPr txBox="1"/>
          <p:nvPr/>
        </p:nvSpPr>
        <p:spPr>
          <a:xfrm>
            <a:off x="2616200" y="340995"/>
            <a:ext cx="6959600" cy="783590"/>
          </a:xfrm>
          <a:prstGeom prst="rect">
            <a:avLst/>
          </a:prstGeom>
          <a:noFill/>
        </p:spPr>
        <p:txBody>
          <a:bodyPr wrap="square" rtlCol="0">
            <a:spAutoFit/>
          </a:bodyPr>
          <a:p>
            <a:pPr algn="ctr"/>
            <a:r>
              <a:rPr lang="en-US" sz="4500" u="sng">
                <a:latin typeface="Times New Roman" panose="02020603050405020304" charset="0"/>
                <a:cs typeface="Times New Roman" panose="02020603050405020304" charset="0"/>
              </a:rPr>
              <a:t>OVERVIEW</a:t>
            </a:r>
            <a:endParaRPr lang="en-US" sz="4500" u="sng">
              <a:latin typeface="Times New Roman" panose="02020603050405020304" charset="0"/>
              <a:cs typeface="Times New Roman" panose="02020603050405020304" charset="0"/>
            </a:endParaRPr>
          </a:p>
        </p:txBody>
      </p:sp>
      <p:sp>
        <p:nvSpPr>
          <p:cNvPr id="7" name="Text Box 6"/>
          <p:cNvSpPr txBox="1"/>
          <p:nvPr/>
        </p:nvSpPr>
        <p:spPr>
          <a:xfrm>
            <a:off x="379730" y="1833880"/>
            <a:ext cx="11444605" cy="5400675"/>
          </a:xfrm>
          <a:prstGeom prst="rect">
            <a:avLst/>
          </a:prstGeom>
          <a:noFill/>
        </p:spPr>
        <p:txBody>
          <a:bodyPr wrap="square" rtlCol="0">
            <a:spAutoFit/>
          </a:bodyPr>
          <a:p>
            <a:pPr marL="285750" indent="-285750">
              <a:lnSpc>
                <a:spcPct val="140000"/>
              </a:lnSpc>
              <a:buFont typeface="Arial" panose="020B0604020202020204" pitchFamily="34" charset="0"/>
              <a:buChar char="•"/>
            </a:pPr>
            <a:r>
              <a:rPr lang="en-IN" altLang="en-US" sz="2500">
                <a:latin typeface="Bell MT" panose="02020503060305020303" charset="0"/>
                <a:cs typeface="Bell MT" panose="02020503060305020303" charset="0"/>
                <a:sym typeface="+mn-ea"/>
              </a:rPr>
              <a:t>Using</a:t>
            </a:r>
            <a:r>
              <a:rPr lang="en-US" sz="2500">
                <a:latin typeface="Bell MT" panose="02020503060305020303" charset="0"/>
                <a:cs typeface="Bell MT" panose="02020503060305020303" charset="0"/>
                <a:sym typeface="+mn-ea"/>
              </a:rPr>
              <a:t> Python to create a voice assistant script.</a:t>
            </a:r>
            <a:endParaRPr lang="en-US" sz="2500">
              <a:latin typeface="Bell MT" panose="02020503060305020303" charset="0"/>
              <a:cs typeface="Bell MT" panose="02020503060305020303" charset="0"/>
            </a:endParaRPr>
          </a:p>
          <a:p>
            <a:pPr marL="285750" indent="-285750">
              <a:lnSpc>
                <a:spcPct val="140000"/>
              </a:lnSpc>
              <a:buFont typeface="Arial" panose="020B0604020202020204" pitchFamily="34" charset="0"/>
              <a:buChar char="•"/>
            </a:pPr>
            <a:r>
              <a:rPr lang="en-US" sz="2500">
                <a:latin typeface="Bell MT" panose="02020503060305020303" charset="0"/>
                <a:cs typeface="Bell MT" panose="02020503060305020303" charset="0"/>
                <a:sym typeface="+mn-ea"/>
              </a:rPr>
              <a:t>Input voice is used in this project to render speech output and display text on the screen. Our fundamental goal with voice assistance is to use a computer to make people smarter and get outcomes more quickly. Voice Help uses our microphone to record voice input and translates it into comprehensible computer language, providing the user with the answers and solutions they need. To deliver the results the user has requested, this service is connected to the World Wide Web. Computer systems can communicate in a variety of ways utilising natural human language thanks to the Natural Language Processing algorithm</a:t>
            </a:r>
            <a:endParaRPr lang="en-US" sz="2500">
              <a:latin typeface="Dubai" panose="020B0503030403030204" charset="0"/>
              <a:cs typeface="Dubai" panose="020B0503030403030204" charset="0"/>
            </a:endParaRPr>
          </a:p>
          <a:p>
            <a:pPr indent="0">
              <a:lnSpc>
                <a:spcPct val="120000"/>
              </a:lnSpc>
              <a:buFont typeface="Arial" panose="020B0604020202020204" pitchFamily="34" charset="0"/>
              <a:buNone/>
            </a:pPr>
            <a:endParaRPr lang="en-US" sz="2500">
              <a:latin typeface="Dubai" panose="020B0503030403030204" charset="0"/>
              <a:cs typeface="Dubai" panose="020B0503030403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2"/>
          <p:cNvSpPr/>
          <p:nvPr/>
        </p:nvSpPr>
        <p:spPr>
          <a:xfrm>
            <a:off x="-14605" y="0"/>
            <a:ext cx="12206605" cy="1465580"/>
          </a:xfrm>
          <a:prstGeom prst="rect">
            <a:avLst/>
          </a:prstGeom>
          <a:solidFill>
            <a:srgbClr val="2B8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Text Box 5"/>
          <p:cNvSpPr txBox="1"/>
          <p:nvPr/>
        </p:nvSpPr>
        <p:spPr>
          <a:xfrm>
            <a:off x="2616200" y="340995"/>
            <a:ext cx="6959600" cy="783590"/>
          </a:xfrm>
          <a:prstGeom prst="rect">
            <a:avLst/>
          </a:prstGeom>
          <a:noFill/>
        </p:spPr>
        <p:txBody>
          <a:bodyPr wrap="square" rtlCol="0">
            <a:spAutoFit/>
          </a:bodyPr>
          <a:p>
            <a:pPr algn="ctr"/>
            <a:r>
              <a:rPr lang="en-US" sz="4500" u="sng">
                <a:latin typeface="Times New Roman" panose="02020603050405020304" charset="0"/>
                <a:cs typeface="Times New Roman" panose="02020603050405020304" charset="0"/>
              </a:rPr>
              <a:t>SOFTWARE’S USED</a:t>
            </a:r>
            <a:endParaRPr lang="en-US" sz="4500" u="sng">
              <a:latin typeface="Times New Roman" panose="02020603050405020304" charset="0"/>
              <a:cs typeface="Times New Roman" panose="02020603050405020304" charset="0"/>
            </a:endParaRPr>
          </a:p>
        </p:txBody>
      </p:sp>
      <p:pic>
        <p:nvPicPr>
          <p:cNvPr id="2" name="Picture 1"/>
          <p:cNvPicPr/>
          <p:nvPr/>
        </p:nvPicPr>
        <p:blipFill>
          <a:blip r:embed="rId1"/>
          <a:stretch>
            <a:fillRect/>
          </a:stretch>
        </p:blipFill>
        <p:spPr>
          <a:xfrm>
            <a:off x="801370" y="2337435"/>
            <a:ext cx="3981450" cy="2770505"/>
          </a:xfrm>
          <a:prstGeom prst="rect">
            <a:avLst/>
          </a:prstGeom>
          <a:noFill/>
          <a:ln w="9525">
            <a:noFill/>
          </a:ln>
        </p:spPr>
      </p:pic>
      <p:sp>
        <p:nvSpPr>
          <p:cNvPr id="3" name="Text Box 2"/>
          <p:cNvSpPr txBox="1"/>
          <p:nvPr/>
        </p:nvSpPr>
        <p:spPr>
          <a:xfrm>
            <a:off x="1386840" y="5279390"/>
            <a:ext cx="913765" cy="368300"/>
          </a:xfrm>
          <a:prstGeom prst="rect">
            <a:avLst/>
          </a:prstGeom>
          <a:noFill/>
        </p:spPr>
        <p:txBody>
          <a:bodyPr wrap="none" rtlCol="0">
            <a:spAutoFit/>
          </a:bodyPr>
          <a:p>
            <a:r>
              <a:rPr lang="en-IN" altLang="en-US"/>
              <a:t>Python</a:t>
            </a:r>
            <a:endParaRPr lang="en-IN" altLang="en-US"/>
          </a:p>
        </p:txBody>
      </p:sp>
      <p:pic>
        <p:nvPicPr>
          <p:cNvPr id="4" name="Picture 3"/>
          <p:cNvPicPr/>
          <p:nvPr/>
        </p:nvPicPr>
        <p:blipFill>
          <a:blip r:embed="rId2"/>
          <a:stretch>
            <a:fillRect/>
          </a:stretch>
        </p:blipFill>
        <p:spPr>
          <a:xfrm>
            <a:off x="6929755" y="2342515"/>
            <a:ext cx="4672330" cy="3305175"/>
          </a:xfrm>
          <a:prstGeom prst="rect">
            <a:avLst/>
          </a:prstGeom>
          <a:noFill/>
          <a:ln w="9525">
            <a:noFill/>
          </a:ln>
        </p:spPr>
      </p:pic>
      <p:sp>
        <p:nvSpPr>
          <p:cNvPr id="7" name="Text Box 6"/>
          <p:cNvSpPr txBox="1"/>
          <p:nvPr/>
        </p:nvSpPr>
        <p:spPr>
          <a:xfrm>
            <a:off x="8555355" y="6141720"/>
            <a:ext cx="767715" cy="368300"/>
          </a:xfrm>
          <a:prstGeom prst="rect">
            <a:avLst/>
          </a:prstGeom>
          <a:noFill/>
        </p:spPr>
        <p:txBody>
          <a:bodyPr wrap="none" rtlCol="0">
            <a:spAutoFit/>
          </a:bodyPr>
          <a:p>
            <a:r>
              <a:rPr lang="en-IN" altLang="en-US"/>
              <a:t>PyQT</a:t>
            </a:r>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2"/>
          <p:cNvSpPr/>
          <p:nvPr/>
        </p:nvSpPr>
        <p:spPr>
          <a:xfrm>
            <a:off x="-14605" y="0"/>
            <a:ext cx="12206605" cy="6858000"/>
          </a:xfrm>
          <a:prstGeom prst="rect">
            <a:avLst/>
          </a:prstGeom>
          <a:solidFill>
            <a:srgbClr val="2B8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IN" altLang="zh-CN" sz="4000">
                <a:latin typeface="Times New Roman" panose="02020603050405020304" charset="0"/>
                <a:cs typeface="Times New Roman" panose="02020603050405020304" charset="0"/>
              </a:rPr>
              <a:t>Tasks which can perfrom by voice assistant</a:t>
            </a:r>
            <a:endParaRPr lang="en-IN" altLang="zh-CN" sz="4000">
              <a:latin typeface="Times New Roman" panose="02020603050405020304" charset="0"/>
              <a:cs typeface="Times New Roman" panose="02020603050405020304" charset="0"/>
            </a:endParaRPr>
          </a:p>
          <a:p>
            <a:pPr marL="742950" indent="-742950" algn="l">
              <a:buAutoNum type="arabicPeriod"/>
            </a:pPr>
            <a:r>
              <a:rPr lang="en-IN" altLang="zh-CN" sz="4000">
                <a:latin typeface="Times New Roman" panose="02020603050405020304" charset="0"/>
                <a:cs typeface="Times New Roman" panose="02020603050405020304" charset="0"/>
              </a:rPr>
              <a:t>opening google</a:t>
            </a:r>
            <a:endParaRPr lang="en-IN" altLang="zh-CN" sz="4000">
              <a:latin typeface="Times New Roman" panose="02020603050405020304" charset="0"/>
              <a:cs typeface="Times New Roman" panose="02020603050405020304" charset="0"/>
            </a:endParaRPr>
          </a:p>
          <a:p>
            <a:pPr marL="742950" indent="-742950" algn="l">
              <a:buAutoNum type="arabicPeriod"/>
            </a:pPr>
            <a:r>
              <a:rPr lang="en-IN" altLang="zh-CN" sz="4000">
                <a:latin typeface="Times New Roman" panose="02020603050405020304" charset="0"/>
                <a:cs typeface="Times New Roman" panose="02020603050405020304" charset="0"/>
              </a:rPr>
              <a:t>opening youtube</a:t>
            </a:r>
            <a:endParaRPr lang="en-IN" altLang="zh-CN" sz="4000">
              <a:latin typeface="Times New Roman" panose="02020603050405020304" charset="0"/>
              <a:cs typeface="Times New Roman" panose="02020603050405020304" charset="0"/>
            </a:endParaRPr>
          </a:p>
          <a:p>
            <a:pPr marL="742950" indent="-742950" algn="l">
              <a:buAutoNum type="arabicPeriod"/>
            </a:pPr>
            <a:r>
              <a:rPr lang="en-IN" altLang="zh-CN" sz="4000">
                <a:latin typeface="Times New Roman" panose="02020603050405020304" charset="0"/>
                <a:cs typeface="Times New Roman" panose="02020603050405020304" charset="0"/>
              </a:rPr>
              <a:t>telling time</a:t>
            </a:r>
            <a:endParaRPr lang="en-IN" altLang="zh-CN" sz="4000">
              <a:latin typeface="Times New Roman" panose="02020603050405020304" charset="0"/>
              <a:cs typeface="Times New Roman" panose="02020603050405020304" charset="0"/>
            </a:endParaRPr>
          </a:p>
          <a:p>
            <a:pPr marL="742950" indent="-742950" algn="l">
              <a:buAutoNum type="arabicPeriod"/>
            </a:pPr>
            <a:r>
              <a:rPr lang="en-IN" altLang="zh-CN" sz="4000">
                <a:latin typeface="Times New Roman" panose="02020603050405020304" charset="0"/>
                <a:cs typeface="Times New Roman" panose="02020603050405020304" charset="0"/>
              </a:rPr>
              <a:t>searching wikipedia</a:t>
            </a:r>
            <a:endParaRPr lang="en-IN" altLang="zh-CN" sz="4000">
              <a:latin typeface="Times New Roman" panose="02020603050405020304" charset="0"/>
              <a:cs typeface="Times New Roman" panose="02020603050405020304" charset="0"/>
            </a:endParaRPr>
          </a:p>
          <a:p>
            <a:pPr marL="742950" indent="-742950" algn="l">
              <a:buAutoNum type="arabicPeriod"/>
            </a:pPr>
            <a:r>
              <a:rPr lang="en-IN" altLang="zh-CN" sz="4000">
                <a:latin typeface="Times New Roman" panose="02020603050405020304" charset="0"/>
                <a:cs typeface="Times New Roman" panose="02020603050405020304" charset="0"/>
              </a:rPr>
              <a:t>Locking the window</a:t>
            </a:r>
            <a:endParaRPr lang="en-IN" altLang="zh-CN" sz="4000">
              <a:latin typeface="Times New Roman" panose="02020603050405020304" charset="0"/>
              <a:cs typeface="Times New Roman" panose="02020603050405020304" charset="0"/>
            </a:endParaRPr>
          </a:p>
          <a:p>
            <a:pPr marL="742950" indent="-742950" algn="l">
              <a:buAutoNum type="arabicPeriod"/>
            </a:pPr>
            <a:r>
              <a:rPr lang="en-US" altLang="en-IN" sz="4000">
                <a:latin typeface="Times New Roman" panose="02020603050405020304" charset="0"/>
                <a:cs typeface="Times New Roman" panose="02020603050405020304" charset="0"/>
              </a:rPr>
              <a:t>playing music</a:t>
            </a:r>
            <a:endParaRPr lang="en-US" altLang="en-IN" sz="4000">
              <a:latin typeface="Times New Roman" panose="02020603050405020304" charset="0"/>
              <a:cs typeface="Times New Roman" panose="02020603050405020304" charset="0"/>
            </a:endParaRPr>
          </a:p>
          <a:p>
            <a:pPr marL="742950" indent="-742950" algn="l">
              <a:buAutoNum type="arabicPeriod"/>
            </a:pPr>
            <a:r>
              <a:rPr lang="en-US" altLang="en-IN" sz="4000">
                <a:latin typeface="Times New Roman" panose="02020603050405020304" charset="0"/>
                <a:cs typeface="Times New Roman" panose="02020603050405020304" charset="0"/>
              </a:rPr>
              <a:t> Best Restaurants</a:t>
            </a:r>
            <a:endParaRPr lang="en-US" altLang="en-IN" sz="400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2"/>
          <p:cNvSpPr/>
          <p:nvPr/>
        </p:nvSpPr>
        <p:spPr>
          <a:xfrm>
            <a:off x="-14605" y="0"/>
            <a:ext cx="12206605" cy="898525"/>
          </a:xfrm>
          <a:prstGeom prst="rect">
            <a:avLst/>
          </a:prstGeom>
          <a:solidFill>
            <a:srgbClr val="2B8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Text Box 5"/>
          <p:cNvSpPr txBox="1"/>
          <p:nvPr/>
        </p:nvSpPr>
        <p:spPr>
          <a:xfrm>
            <a:off x="2616200" y="0"/>
            <a:ext cx="6959600" cy="783590"/>
          </a:xfrm>
          <a:prstGeom prst="rect">
            <a:avLst/>
          </a:prstGeom>
          <a:noFill/>
        </p:spPr>
        <p:txBody>
          <a:bodyPr wrap="square" rtlCol="0">
            <a:spAutoFit/>
          </a:bodyPr>
          <a:p>
            <a:pPr algn="ctr"/>
            <a:r>
              <a:rPr lang="en-IN" altLang="en-US" sz="4500" u="sng">
                <a:latin typeface="Times New Roman" panose="02020603050405020304" charset="0"/>
                <a:cs typeface="Times New Roman" panose="02020603050405020304" charset="0"/>
              </a:rPr>
              <a:t>Python code</a:t>
            </a:r>
            <a:endParaRPr lang="en-IN" altLang="en-US" sz="4500" u="sng">
              <a:latin typeface="Times New Roman" panose="02020603050405020304" charset="0"/>
              <a:cs typeface="Times New Roman" panose="02020603050405020304" charset="0"/>
            </a:endParaRPr>
          </a:p>
        </p:txBody>
      </p:sp>
      <p:sp>
        <p:nvSpPr>
          <p:cNvPr id="3" name="Text Box 2"/>
          <p:cNvSpPr txBox="1"/>
          <p:nvPr/>
        </p:nvSpPr>
        <p:spPr>
          <a:xfrm>
            <a:off x="0" y="898525"/>
            <a:ext cx="4812030" cy="4799965"/>
          </a:xfrm>
          <a:prstGeom prst="rect">
            <a:avLst/>
          </a:prstGeom>
          <a:noFill/>
        </p:spPr>
        <p:txBody>
          <a:bodyPr wrap="none" rtlCol="0">
            <a:spAutoFit/>
          </a:bodyPr>
          <a:p>
            <a:pPr algn="l"/>
            <a:r>
              <a:rPr lang="en-IN" altLang="en-US" b="1" u="sng"/>
              <a:t>Modules imported</a:t>
            </a:r>
            <a:endParaRPr lang="en-IN" altLang="en-US" b="1" u="sng"/>
          </a:p>
          <a:p>
            <a:pPr algn="l"/>
            <a:r>
              <a:rPr lang="en-US"/>
              <a:t>from PyQt5 import QtWidgets, QtGui,QtCore</a:t>
            </a:r>
            <a:endParaRPr lang="en-US"/>
          </a:p>
          <a:p>
            <a:pPr algn="l"/>
            <a:r>
              <a:rPr lang="en-US"/>
              <a:t>from PyQt5.QtGui import QMovie</a:t>
            </a:r>
            <a:endParaRPr lang="en-US"/>
          </a:p>
          <a:p>
            <a:pPr algn="l"/>
            <a:r>
              <a:rPr lang="en-US"/>
              <a:t>import sys</a:t>
            </a:r>
            <a:endParaRPr lang="en-US"/>
          </a:p>
          <a:p>
            <a:pPr algn="l"/>
            <a:r>
              <a:rPr lang="en-US"/>
              <a:t>from PyQt5.QtWidgets import *</a:t>
            </a:r>
            <a:endParaRPr lang="en-US"/>
          </a:p>
          <a:p>
            <a:pPr algn="l"/>
            <a:r>
              <a:rPr lang="en-US"/>
              <a:t>from PyQt5.QtCore import *</a:t>
            </a:r>
            <a:endParaRPr lang="en-US"/>
          </a:p>
          <a:p>
            <a:pPr algn="l"/>
            <a:r>
              <a:rPr lang="en-US"/>
              <a:t>from PyQt5.QtGui import *</a:t>
            </a:r>
            <a:endParaRPr lang="en-US"/>
          </a:p>
          <a:p>
            <a:pPr algn="l"/>
            <a:r>
              <a:rPr lang="en-US"/>
              <a:t>from PyQt5.uic import loadUiType</a:t>
            </a:r>
            <a:endParaRPr lang="en-US"/>
          </a:p>
          <a:p>
            <a:pPr algn="l"/>
            <a:r>
              <a:rPr lang="en-US"/>
              <a:t>import pyttsx3</a:t>
            </a:r>
            <a:endParaRPr lang="en-US"/>
          </a:p>
          <a:p>
            <a:pPr algn="l"/>
            <a:r>
              <a:rPr lang="en-US"/>
              <a:t>import speech_recognition as sr</a:t>
            </a:r>
            <a:endParaRPr lang="en-US"/>
          </a:p>
          <a:p>
            <a:pPr algn="l"/>
            <a:r>
              <a:rPr lang="en-US"/>
              <a:t>import os</a:t>
            </a:r>
            <a:endParaRPr lang="en-US"/>
          </a:p>
          <a:p>
            <a:pPr algn="l"/>
            <a:r>
              <a:rPr lang="en-US"/>
              <a:t>import time</a:t>
            </a:r>
            <a:endParaRPr lang="en-US"/>
          </a:p>
          <a:p>
            <a:pPr algn="l"/>
            <a:r>
              <a:rPr lang="en-US"/>
              <a:t>import webbrowser</a:t>
            </a:r>
            <a:endParaRPr lang="en-US"/>
          </a:p>
          <a:p>
            <a:pPr algn="l"/>
            <a:r>
              <a:rPr lang="en-US"/>
              <a:t>import datetime</a:t>
            </a:r>
            <a:endParaRPr lang="en-US"/>
          </a:p>
          <a:p>
            <a:pPr algn="l"/>
            <a:r>
              <a:rPr lang="en-US"/>
              <a:t>import ctypes</a:t>
            </a:r>
            <a:endParaRPr lang="en-US"/>
          </a:p>
          <a:p>
            <a:pPr algn="l"/>
            <a:r>
              <a:rPr lang="en-US"/>
              <a:t>import wikipedia</a:t>
            </a:r>
            <a:endParaRPr lang="en-US"/>
          </a:p>
          <a:p>
            <a:pPr algn="l"/>
            <a:r>
              <a:rPr lang="en-US"/>
              <a:t>import subprocess</a:t>
            </a:r>
            <a:endParaRPr lang="en-US"/>
          </a:p>
        </p:txBody>
      </p:sp>
      <p:sp>
        <p:nvSpPr>
          <p:cNvPr id="10" name="Text Box 9"/>
          <p:cNvSpPr txBox="1"/>
          <p:nvPr/>
        </p:nvSpPr>
        <p:spPr>
          <a:xfrm>
            <a:off x="4812030" y="898525"/>
            <a:ext cx="4076700" cy="1476375"/>
          </a:xfrm>
          <a:prstGeom prst="rect">
            <a:avLst/>
          </a:prstGeom>
          <a:noFill/>
        </p:spPr>
        <p:txBody>
          <a:bodyPr wrap="none" rtlCol="0">
            <a:spAutoFit/>
          </a:bodyPr>
          <a:p>
            <a:pPr algn="l"/>
            <a:r>
              <a:rPr lang="en-IN" altLang="en-US" b="1" u="sng"/>
              <a:t>Voices of assistant</a:t>
            </a:r>
            <a:endParaRPr lang="en-IN" altLang="en-US"/>
          </a:p>
          <a:p>
            <a:pPr algn="l"/>
            <a:r>
              <a:rPr lang="en-US"/>
              <a:t>engine = pyttsx3.init('sapi5')</a:t>
            </a:r>
            <a:endParaRPr lang="en-US"/>
          </a:p>
          <a:p>
            <a:pPr algn="l"/>
            <a:r>
              <a:rPr lang="en-US"/>
              <a:t>voices = engine.getProperty('voices')</a:t>
            </a:r>
            <a:endParaRPr lang="en-US"/>
          </a:p>
          <a:p>
            <a:pPr algn="l"/>
            <a:r>
              <a:rPr lang="en-US"/>
              <a:t>engine.setProperty('voice',voices[0].id)</a:t>
            </a:r>
            <a:endParaRPr lang="en-US"/>
          </a:p>
          <a:p>
            <a:pPr algn="l"/>
            <a:r>
              <a:rPr lang="en-US"/>
              <a:t>engine.setProperty('rate',180)</a:t>
            </a:r>
            <a:endParaRPr lang="en-US"/>
          </a:p>
        </p:txBody>
      </p:sp>
      <p:sp>
        <p:nvSpPr>
          <p:cNvPr id="11" name="Text Box 10"/>
          <p:cNvSpPr txBox="1"/>
          <p:nvPr/>
        </p:nvSpPr>
        <p:spPr>
          <a:xfrm>
            <a:off x="4812030" y="2374900"/>
            <a:ext cx="4591685" cy="3692525"/>
          </a:xfrm>
          <a:prstGeom prst="rect">
            <a:avLst/>
          </a:prstGeom>
          <a:noFill/>
        </p:spPr>
        <p:txBody>
          <a:bodyPr wrap="none" rtlCol="0">
            <a:spAutoFit/>
          </a:bodyPr>
          <a:p>
            <a:pPr algn="l"/>
            <a:r>
              <a:rPr lang="en-IN" altLang="en-US" b="1" u="sng"/>
              <a:t>assistant to speak and greet</a:t>
            </a:r>
            <a:endParaRPr lang="en-IN" altLang="en-US" b="1" u="sng"/>
          </a:p>
          <a:p>
            <a:pPr algn="l"/>
            <a:r>
              <a:rPr lang="en-US"/>
              <a:t>def speak(audio):</a:t>
            </a:r>
            <a:endParaRPr lang="en-US"/>
          </a:p>
          <a:p>
            <a:pPr algn="l"/>
            <a:r>
              <a:rPr lang="en-US"/>
              <a:t>    engine.say(audio)</a:t>
            </a:r>
            <a:endParaRPr lang="en-US"/>
          </a:p>
          <a:p>
            <a:pPr algn="l"/>
            <a:r>
              <a:rPr lang="en-US"/>
              <a:t>    engine.runAndWait()</a:t>
            </a:r>
            <a:endParaRPr lang="en-US"/>
          </a:p>
          <a:p>
            <a:pPr algn="l"/>
            <a:endParaRPr lang="en-US"/>
          </a:p>
          <a:p>
            <a:pPr algn="l"/>
            <a:r>
              <a:rPr lang="en-US"/>
              <a:t>def wish():</a:t>
            </a:r>
            <a:endParaRPr lang="en-US"/>
          </a:p>
          <a:p>
            <a:pPr algn="l"/>
            <a:r>
              <a:rPr lang="en-US"/>
              <a:t>    hour = int(datetime.datetime.now().hour)</a:t>
            </a:r>
            <a:endParaRPr lang="en-US"/>
          </a:p>
          <a:p>
            <a:pPr algn="l"/>
            <a:r>
              <a:rPr lang="en-US"/>
              <a:t>    if hour&gt;=0 and hour &lt;12:</a:t>
            </a:r>
            <a:endParaRPr lang="en-US"/>
          </a:p>
          <a:p>
            <a:pPr algn="l"/>
            <a:r>
              <a:rPr lang="en-US"/>
              <a:t>        speak("Good morning")</a:t>
            </a:r>
            <a:endParaRPr lang="en-US"/>
          </a:p>
          <a:p>
            <a:pPr algn="l"/>
            <a:r>
              <a:rPr lang="en-US"/>
              <a:t>    elif hour&gt;=12 and hour&lt;18:</a:t>
            </a:r>
            <a:endParaRPr lang="en-US"/>
          </a:p>
          <a:p>
            <a:pPr algn="l"/>
            <a:r>
              <a:rPr lang="en-US"/>
              <a:t>        speak("Good Afternoon")</a:t>
            </a:r>
            <a:endParaRPr lang="en-US"/>
          </a:p>
          <a:p>
            <a:pPr algn="l"/>
            <a:r>
              <a:rPr lang="en-US"/>
              <a:t>    else:</a:t>
            </a:r>
            <a:endParaRPr lang="en-US"/>
          </a:p>
          <a:p>
            <a:pPr algn="l"/>
            <a:r>
              <a:rPr lang="en-US"/>
              <a:t>        speak("Good night")</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2"/>
          <p:cNvSpPr/>
          <p:nvPr/>
        </p:nvSpPr>
        <p:spPr>
          <a:xfrm>
            <a:off x="-14605" y="0"/>
            <a:ext cx="12206605" cy="1465580"/>
          </a:xfrm>
          <a:prstGeom prst="rect">
            <a:avLst/>
          </a:prstGeom>
          <a:solidFill>
            <a:srgbClr val="2B8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Text Box 5"/>
          <p:cNvSpPr txBox="1"/>
          <p:nvPr/>
        </p:nvSpPr>
        <p:spPr>
          <a:xfrm>
            <a:off x="2616200" y="340995"/>
            <a:ext cx="6959600" cy="783590"/>
          </a:xfrm>
          <a:prstGeom prst="rect">
            <a:avLst/>
          </a:prstGeom>
          <a:noFill/>
        </p:spPr>
        <p:txBody>
          <a:bodyPr wrap="square" rtlCol="0">
            <a:spAutoFit/>
          </a:bodyPr>
          <a:p>
            <a:pPr algn="ctr"/>
            <a:r>
              <a:rPr lang="en-IN" altLang="en-US" sz="4500" u="sng">
                <a:latin typeface="Times New Roman" panose="02020603050405020304" charset="0"/>
                <a:cs typeface="Times New Roman" panose="02020603050405020304" charset="0"/>
              </a:rPr>
              <a:t>main body</a:t>
            </a:r>
            <a:endParaRPr lang="en-IN" altLang="en-US" sz="4500" u="sng">
              <a:latin typeface="Times New Roman" panose="02020603050405020304" charset="0"/>
              <a:cs typeface="Times New Roman" panose="02020603050405020304" charset="0"/>
            </a:endParaRPr>
          </a:p>
        </p:txBody>
      </p:sp>
      <p:sp>
        <p:nvSpPr>
          <p:cNvPr id="2" name="Text Box 1"/>
          <p:cNvSpPr txBox="1"/>
          <p:nvPr/>
        </p:nvSpPr>
        <p:spPr>
          <a:xfrm>
            <a:off x="278130" y="1695450"/>
            <a:ext cx="5975985" cy="5077460"/>
          </a:xfrm>
          <a:prstGeom prst="rect">
            <a:avLst/>
          </a:prstGeom>
          <a:noFill/>
        </p:spPr>
        <p:txBody>
          <a:bodyPr wrap="square" rtlCol="0">
            <a:spAutoFit/>
          </a:bodyPr>
          <a:p>
            <a:r>
              <a:rPr lang="en-US"/>
              <a:t> </a:t>
            </a:r>
            <a:r>
              <a:rPr lang="en-IN" altLang="en-US" b="1" u="sng"/>
              <a:t>assistant to wake,listen and recognize user’s voice</a:t>
            </a:r>
            <a:endParaRPr lang="en-IN" altLang="en-US" b="1" u="sng"/>
          </a:p>
          <a:p>
            <a:r>
              <a:rPr lang="en-US"/>
              <a:t>def run(self):</a:t>
            </a:r>
            <a:endParaRPr lang="en-US"/>
          </a:p>
          <a:p>
            <a:r>
              <a:rPr lang="en-US"/>
              <a:t>        self.JARVIS()</a:t>
            </a:r>
            <a:endParaRPr lang="en-US"/>
          </a:p>
          <a:p>
            <a:r>
              <a:rPr lang="en-US"/>
              <a:t>    </a:t>
            </a:r>
            <a:endParaRPr lang="en-US"/>
          </a:p>
          <a:p>
            <a:r>
              <a:rPr lang="en-US"/>
              <a:t>    def STT(self):</a:t>
            </a:r>
            <a:endParaRPr lang="en-US"/>
          </a:p>
          <a:p>
            <a:r>
              <a:rPr lang="en-US"/>
              <a:t>        R = sr.Recognizer()</a:t>
            </a:r>
            <a:endParaRPr lang="en-US"/>
          </a:p>
          <a:p>
            <a:r>
              <a:rPr lang="en-US"/>
              <a:t>        with sr.Microphone() as source:</a:t>
            </a:r>
            <a:endParaRPr lang="en-US"/>
          </a:p>
          <a:p>
            <a:r>
              <a:rPr lang="en-US"/>
              <a:t>            print("Listening...........")</a:t>
            </a:r>
            <a:endParaRPr lang="en-US"/>
          </a:p>
          <a:p>
            <a:r>
              <a:rPr lang="en-US"/>
              <a:t>            audio = R.listen(source)</a:t>
            </a:r>
            <a:endParaRPr lang="en-US"/>
          </a:p>
          <a:p>
            <a:r>
              <a:rPr lang="en-US"/>
              <a:t>        try:</a:t>
            </a:r>
            <a:endParaRPr lang="en-US"/>
          </a:p>
          <a:p>
            <a:r>
              <a:rPr lang="en-US"/>
              <a:t>            print("Recog......")</a:t>
            </a:r>
            <a:endParaRPr lang="en-US"/>
          </a:p>
          <a:p>
            <a:r>
              <a:rPr lang="en-US"/>
              <a:t>            text = R.recognize_google(audio,language='en-in')</a:t>
            </a:r>
            <a:endParaRPr lang="en-US"/>
          </a:p>
          <a:p>
            <a:r>
              <a:rPr lang="en-US"/>
              <a:t>            print("&gt;&gt; ",text)</a:t>
            </a:r>
            <a:endParaRPr lang="en-US"/>
          </a:p>
          <a:p>
            <a:r>
              <a:rPr lang="en-US"/>
              <a:t>        except Exception:</a:t>
            </a:r>
            <a:endParaRPr lang="en-US"/>
          </a:p>
          <a:p>
            <a:r>
              <a:rPr lang="en-US"/>
              <a:t>            speak("Sorry Speak Again")</a:t>
            </a:r>
            <a:endParaRPr lang="en-US"/>
          </a:p>
          <a:p>
            <a:r>
              <a:rPr lang="en-US"/>
              <a:t>            return "None"</a:t>
            </a:r>
            <a:endParaRPr lang="en-US"/>
          </a:p>
          <a:p>
            <a:r>
              <a:rPr lang="en-US"/>
              <a:t>        text = text.lower()</a:t>
            </a:r>
            <a:endParaRPr lang="en-US"/>
          </a:p>
          <a:p>
            <a:r>
              <a:rPr lang="en-US"/>
              <a:t>        return text</a:t>
            </a:r>
            <a:endParaRPr lang="en-US"/>
          </a:p>
        </p:txBody>
      </p:sp>
      <p:sp>
        <p:nvSpPr>
          <p:cNvPr id="7" name="Text Box 6"/>
          <p:cNvSpPr txBox="1"/>
          <p:nvPr/>
        </p:nvSpPr>
        <p:spPr>
          <a:xfrm>
            <a:off x="6254115" y="1465580"/>
            <a:ext cx="5786755" cy="5369560"/>
          </a:xfrm>
          <a:prstGeom prst="rect">
            <a:avLst/>
          </a:prstGeom>
          <a:noFill/>
        </p:spPr>
        <p:txBody>
          <a:bodyPr wrap="none" rtlCol="0">
            <a:spAutoFit/>
          </a:bodyPr>
          <a:p>
            <a:pPr algn="l"/>
            <a:r>
              <a:rPr lang="en-IN" altLang="en-US" b="1" u="sng"/>
              <a:t>Sample commands code given to assistant</a:t>
            </a:r>
            <a:br>
              <a:rPr lang="en-IN" altLang="en-US"/>
            </a:br>
            <a:r>
              <a:rPr lang="en-US"/>
              <a:t>def JARVIS(self):</a:t>
            </a:r>
            <a:endParaRPr lang="en-US"/>
          </a:p>
          <a:p>
            <a:pPr algn="l"/>
            <a:r>
              <a:rPr lang="en-US"/>
              <a:t>        wish()</a:t>
            </a:r>
            <a:endParaRPr lang="en-US"/>
          </a:p>
          <a:p>
            <a:pPr algn="l"/>
            <a:r>
              <a:rPr lang="en-US"/>
              <a:t>        while True:</a:t>
            </a:r>
            <a:endParaRPr lang="en-US"/>
          </a:p>
          <a:p>
            <a:pPr algn="l"/>
            <a:r>
              <a:rPr lang="en-US"/>
              <a:t>            self.query = self.STT()</a:t>
            </a:r>
            <a:endParaRPr lang="en-US"/>
          </a:p>
          <a:p>
            <a:pPr algn="l"/>
            <a:r>
              <a:rPr lang="en-US"/>
              <a:t>            if 'good bye' in self.query:</a:t>
            </a:r>
            <a:endParaRPr lang="en-US"/>
          </a:p>
          <a:p>
            <a:pPr algn="l"/>
            <a:r>
              <a:rPr lang="en-US"/>
              <a:t>                sys.exit()</a:t>
            </a:r>
            <a:endParaRPr lang="en-US"/>
          </a:p>
          <a:p>
            <a:pPr algn="l"/>
            <a:r>
              <a:rPr lang="en-US"/>
              <a:t>            elif 'open google' in self.query:</a:t>
            </a:r>
            <a:endParaRPr lang="en-US"/>
          </a:p>
          <a:p>
            <a:pPr algn="l"/>
            <a:r>
              <a:rPr lang="en-US"/>
              <a:t>                webbrowser.open('www.google.co.in')</a:t>
            </a:r>
            <a:endParaRPr lang="en-US"/>
          </a:p>
          <a:p>
            <a:pPr algn="l"/>
            <a:r>
              <a:rPr lang="en-US"/>
              <a:t>                speak("opening google")</a:t>
            </a:r>
            <a:endParaRPr lang="en-US"/>
          </a:p>
          <a:p>
            <a:pPr algn="l"/>
            <a:r>
              <a:rPr lang="en-US"/>
              <a:t>            elif 'open youtube' in self.query:</a:t>
            </a:r>
            <a:endParaRPr lang="en-US"/>
          </a:p>
          <a:p>
            <a:pPr algn="l"/>
            <a:r>
              <a:rPr lang="en-US"/>
              <a:t>                webbrowser.open("www.youtube.com")</a:t>
            </a:r>
            <a:endParaRPr lang="en-US"/>
          </a:p>
          <a:p>
            <a:pPr algn="l"/>
            <a:r>
              <a:rPr lang="en-US"/>
              <a:t>            elif 'play music' in self.query:</a:t>
            </a:r>
            <a:endParaRPr lang="en-US"/>
          </a:p>
          <a:p>
            <a:pPr algn="l"/>
            <a:r>
              <a:rPr lang="en-US"/>
              <a:t>                speak("playing music from pc")</a:t>
            </a:r>
            <a:endParaRPr lang="en-US"/>
          </a:p>
          <a:p>
            <a:pPr algn="l"/>
            <a:r>
              <a:rPr lang="en-US"/>
              <a:t>                self.music_dir ="./music"</a:t>
            </a:r>
            <a:endParaRPr lang="en-US"/>
          </a:p>
          <a:p>
            <a:pPr algn="l"/>
            <a:r>
              <a:rPr lang="en-US"/>
              <a:t>                self.musics = os.listdir(self.music_dir)</a:t>
            </a:r>
            <a:endParaRPr lang="en-US"/>
          </a:p>
          <a:p>
            <a:pPr algn="l"/>
            <a:r>
              <a:rPr lang="en-US"/>
              <a:t>              elif "best restaurant" in self.query:</a:t>
            </a:r>
            <a:endParaRPr lang="en-US"/>
          </a:p>
          <a:p>
            <a:pPr algn="l"/>
            <a:r>
              <a:rPr lang="en-US"/>
              <a:t>                speak(" searching results")</a:t>
            </a:r>
            <a:endParaRPr lang="en-US"/>
          </a:p>
          <a:p>
            <a:pPr algn="l"/>
            <a:r>
              <a:rPr lang="en-US"/>
              <a:t>                webbrowser.open("</a:t>
            </a:r>
            <a:r>
              <a:rPr lang="en-US" sz="250"/>
              <a:t>https://www.google.com/search?q=best+restaurants+near+me&amp;rlz=1C1CHBF_enIN1025IN1025&amp;oq=best+re&amp;aqs=chrome.1.69i57j0i271l3.2874j0j7&amp;sourceid=chrome&amp;ie=UTF-8</a:t>
            </a:r>
            <a:r>
              <a:rPr lang="en-US"/>
              <a:t>")  </a:t>
            </a:r>
            <a:endParaRPr lang="en-US"/>
          </a:p>
          <a:p>
            <a:pPr algn="l"/>
            <a:r>
              <a:rPr lang="en-US" sz="100"/>
              <a:t>            </a:t>
            </a:r>
            <a:endParaRPr 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2"/>
          <p:cNvSpPr/>
          <p:nvPr/>
        </p:nvSpPr>
        <p:spPr>
          <a:xfrm>
            <a:off x="-14605" y="0"/>
            <a:ext cx="12206605" cy="1465580"/>
          </a:xfrm>
          <a:prstGeom prst="rect">
            <a:avLst/>
          </a:prstGeom>
          <a:solidFill>
            <a:srgbClr val="2B8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IN" altLang="zh-CN" sz="4400"/>
              <a:t>GUI CODE</a:t>
            </a:r>
            <a:endParaRPr lang="en-IN" altLang="zh-CN" sz="4400"/>
          </a:p>
        </p:txBody>
      </p:sp>
      <p:sp>
        <p:nvSpPr>
          <p:cNvPr id="3" name="Text Box 2"/>
          <p:cNvSpPr txBox="1"/>
          <p:nvPr/>
        </p:nvSpPr>
        <p:spPr>
          <a:xfrm>
            <a:off x="-635" y="1465580"/>
            <a:ext cx="5820410" cy="4431030"/>
          </a:xfrm>
          <a:prstGeom prst="rect">
            <a:avLst/>
          </a:prstGeom>
          <a:noFill/>
        </p:spPr>
        <p:txBody>
          <a:bodyPr wrap="square" rtlCol="0">
            <a:spAutoFit/>
          </a:bodyPr>
          <a:p>
            <a:pPr algn="l"/>
            <a:r>
              <a:rPr lang="en-US" sz="1200"/>
              <a:t>FROM_MAIN,_ = loadUiType(os.path.join(os.path.dirname(__file__),"./scifi.ui"))</a:t>
            </a:r>
            <a:endParaRPr lang="en-US" sz="1200"/>
          </a:p>
          <a:p>
            <a:pPr algn="l"/>
            <a:endParaRPr lang="en-US" sz="1200"/>
          </a:p>
          <a:p>
            <a:pPr algn="l"/>
            <a:r>
              <a:rPr lang="en-US" sz="1200"/>
              <a:t>class Main(QMainWindow,FROM_MAIN):</a:t>
            </a:r>
            <a:endParaRPr lang="en-US" sz="1200"/>
          </a:p>
          <a:p>
            <a:pPr algn="l"/>
            <a:r>
              <a:rPr lang="en-US" sz="1200"/>
              <a:t>    def __init__(self,parent=None):</a:t>
            </a:r>
            <a:endParaRPr lang="en-US" sz="1200"/>
          </a:p>
          <a:p>
            <a:pPr algn="l"/>
            <a:r>
              <a:rPr lang="en-US" sz="1200"/>
              <a:t>        super(Main,self).__init__(parent)</a:t>
            </a:r>
            <a:endParaRPr lang="en-US" sz="1200"/>
          </a:p>
          <a:p>
            <a:pPr algn="l"/>
            <a:r>
              <a:rPr lang="en-US" sz="1200"/>
              <a:t>        self.setupUi(self)</a:t>
            </a:r>
            <a:endParaRPr lang="en-US" sz="1200"/>
          </a:p>
          <a:p>
            <a:pPr algn="l"/>
            <a:r>
              <a:rPr lang="en-US" sz="1200"/>
              <a:t>        self.setFixedSize(1920,1080)</a:t>
            </a:r>
            <a:endParaRPr lang="en-US" sz="1200"/>
          </a:p>
          <a:p>
            <a:pPr algn="l"/>
            <a:r>
              <a:rPr lang="en-US" sz="1200"/>
              <a:t>        self.label_7 = QLabel</a:t>
            </a:r>
            <a:endParaRPr lang="en-US" sz="1200"/>
          </a:p>
          <a:p>
            <a:pPr algn="l"/>
            <a:r>
              <a:rPr lang="en-US" sz="1200"/>
              <a:t>        self.exitB.setStyleSheet("background-image:url(./lib/exit - Copy.png);\n"</a:t>
            </a:r>
            <a:endParaRPr lang="en-US" sz="1200"/>
          </a:p>
          <a:p>
            <a:pPr algn="l"/>
            <a:r>
              <a:rPr lang="en-US" sz="1200"/>
              <a:t>        "border:none;")</a:t>
            </a:r>
            <a:endParaRPr lang="en-US" sz="1200"/>
          </a:p>
          <a:p>
            <a:pPr algn="l"/>
            <a:r>
              <a:rPr lang="en-US" sz="1200"/>
              <a:t>        self.exitB.clicked.connect(self.close)</a:t>
            </a:r>
            <a:endParaRPr lang="en-US" sz="1200"/>
          </a:p>
          <a:p>
            <a:pPr algn="l"/>
            <a:r>
              <a:rPr lang="en-US" sz="1200"/>
              <a:t>        self.setWindowFlags(flags)</a:t>
            </a:r>
            <a:endParaRPr lang="en-US" sz="1200"/>
          </a:p>
          <a:p>
            <a:pPr algn="l"/>
            <a:r>
              <a:rPr lang="en-US" sz="1200"/>
              <a:t>        Dspeak = mainT()</a:t>
            </a:r>
            <a:endParaRPr lang="en-US" sz="1200"/>
          </a:p>
          <a:p>
            <a:pPr algn="l"/>
            <a:r>
              <a:rPr lang="en-US" sz="1200"/>
              <a:t>        self.label_7 = QMovie("./lib/gifloader.gif", QByteArray(), self)</a:t>
            </a:r>
            <a:endParaRPr lang="en-US" sz="1200"/>
          </a:p>
          <a:p>
            <a:pPr algn="l"/>
            <a:r>
              <a:rPr lang="en-US" sz="1200"/>
              <a:t>        self.label_7.setCacheMode(QMovie.CacheAll)</a:t>
            </a:r>
            <a:endParaRPr lang="en-US" sz="1200"/>
          </a:p>
          <a:p>
            <a:pPr algn="l"/>
            <a:r>
              <a:rPr lang="en-US" sz="1200"/>
              <a:t>        self.label_4.setMovie(self.label_7)</a:t>
            </a:r>
            <a:endParaRPr lang="en-US" sz="1200"/>
          </a:p>
          <a:p>
            <a:pPr algn="l"/>
            <a:r>
              <a:rPr lang="en-US" sz="1200"/>
              <a:t>        self.label_7.start()</a:t>
            </a:r>
            <a:endParaRPr lang="en-US" sz="1200"/>
          </a:p>
          <a:p>
            <a:pPr algn="l"/>
            <a:r>
              <a:rPr lang="en-US" sz="1200"/>
              <a:t> </a:t>
            </a:r>
            <a:r>
              <a:rPr lang="en-IN" altLang="en-US" sz="1200"/>
              <a:t>       </a:t>
            </a:r>
            <a:endParaRPr lang="en-IN" altLang="en-US" sz="1200"/>
          </a:p>
          <a:p>
            <a:pPr algn="l"/>
            <a:r>
              <a:rPr lang="en-IN" altLang="en-US" sz="1200"/>
              <a:t>       </a:t>
            </a:r>
            <a:r>
              <a:rPr lang="en-US" sz="1200">
                <a:sym typeface="+mn-ea"/>
              </a:rPr>
              <a:t>self.ts = time.strftime("%A, %d %B")</a:t>
            </a:r>
            <a:endParaRPr lang="en-US"/>
          </a:p>
          <a:p>
            <a:pPr algn="l"/>
            <a:endParaRPr lang="en-US"/>
          </a:p>
          <a:p>
            <a:pPr algn="l"/>
            <a:endParaRPr lang="en-US"/>
          </a:p>
          <a:p>
            <a:pPr algn="l"/>
            <a:r>
              <a:rPr lang="en-US"/>
              <a:t>        </a:t>
            </a:r>
            <a:endParaRPr lang="en-US"/>
          </a:p>
        </p:txBody>
      </p:sp>
      <p:sp>
        <p:nvSpPr>
          <p:cNvPr id="4" name="Text Box 3"/>
          <p:cNvSpPr txBox="1"/>
          <p:nvPr/>
        </p:nvSpPr>
        <p:spPr>
          <a:xfrm>
            <a:off x="6083935" y="1465580"/>
            <a:ext cx="8380730" cy="2399665"/>
          </a:xfrm>
          <a:prstGeom prst="rect">
            <a:avLst/>
          </a:prstGeom>
          <a:noFill/>
        </p:spPr>
        <p:txBody>
          <a:bodyPr wrap="square" rtlCol="0">
            <a:spAutoFit/>
          </a:bodyPr>
          <a:p>
            <a:pPr algn="l"/>
            <a:endParaRPr lang="en-US"/>
          </a:p>
          <a:p>
            <a:pPr algn="l"/>
            <a:r>
              <a:rPr lang="en-US" sz="1200">
                <a:sym typeface="+mn-ea"/>
              </a:rPr>
              <a:t>        Dspeak.start()</a:t>
            </a:r>
            <a:endParaRPr lang="en-US" sz="1200"/>
          </a:p>
          <a:p>
            <a:pPr algn="l"/>
            <a:r>
              <a:rPr lang="en-US" sz="1200">
                <a:sym typeface="+mn-ea"/>
              </a:rPr>
              <a:t>        self.label.setPixmap(QPixmap("./lib/tuse.png"))</a:t>
            </a:r>
            <a:endParaRPr lang="en-US" sz="1200"/>
          </a:p>
          <a:p>
            <a:pPr algn="l"/>
            <a:r>
              <a:rPr lang="en-US" sz="1200">
                <a:sym typeface="+mn-ea"/>
              </a:rPr>
              <a:t>        self.label_5.setText("&lt;font size=8 color='white'&gt;"+self.ts+"&lt;/font&gt;")</a:t>
            </a:r>
            <a:endParaRPr lang="en-US" sz="1200"/>
          </a:p>
          <a:p>
            <a:pPr algn="l"/>
            <a:r>
              <a:rPr lang="en-US" sz="1200">
                <a:sym typeface="+mn-ea"/>
              </a:rPr>
              <a:t>        self.label_5.setFont(QFont(QFont('Acens',8)))</a:t>
            </a:r>
            <a:endParaRPr lang="en-US" sz="1200"/>
          </a:p>
          <a:p>
            <a:pPr algn="l"/>
            <a:endParaRPr lang="en-US" sz="1200"/>
          </a:p>
          <a:p>
            <a:pPr algn="l"/>
            <a:endParaRPr lang="en-US" sz="1200"/>
          </a:p>
          <a:p>
            <a:pPr algn="l"/>
            <a:r>
              <a:rPr lang="en-US" sz="1200">
                <a:sym typeface="+mn-ea"/>
              </a:rPr>
              <a:t>app = QtWidgets.QApplication(sys.argv)</a:t>
            </a:r>
            <a:endParaRPr lang="en-US" sz="1200"/>
          </a:p>
          <a:p>
            <a:pPr algn="l"/>
            <a:r>
              <a:rPr lang="en-US" sz="1200">
                <a:sym typeface="+mn-ea"/>
              </a:rPr>
              <a:t>main = Main()</a:t>
            </a:r>
            <a:endParaRPr lang="en-US" sz="1200"/>
          </a:p>
          <a:p>
            <a:pPr algn="l"/>
            <a:r>
              <a:rPr lang="en-US" sz="1200">
                <a:sym typeface="+mn-ea"/>
              </a:rPr>
              <a:t>main.show()</a:t>
            </a:r>
            <a:endParaRPr lang="en-US" sz="1200"/>
          </a:p>
          <a:p>
            <a:pPr algn="l"/>
            <a:r>
              <a:rPr lang="en-US" sz="1200">
                <a:sym typeface="+mn-ea"/>
              </a:rPr>
              <a:t>exit(app.exec_())</a:t>
            </a:r>
            <a:endParaRPr lang="en-US" sz="1200"/>
          </a:p>
          <a:p>
            <a:endParaRPr lang="en-US"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2"/>
          <p:cNvSpPr/>
          <p:nvPr/>
        </p:nvSpPr>
        <p:spPr>
          <a:xfrm>
            <a:off x="-14605" y="0"/>
            <a:ext cx="12206605" cy="1465580"/>
          </a:xfrm>
          <a:prstGeom prst="rect">
            <a:avLst/>
          </a:prstGeom>
          <a:solidFill>
            <a:srgbClr val="2B8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Text Box 5"/>
          <p:cNvSpPr txBox="1"/>
          <p:nvPr/>
        </p:nvSpPr>
        <p:spPr>
          <a:xfrm>
            <a:off x="2616200" y="340995"/>
            <a:ext cx="6959600" cy="783590"/>
          </a:xfrm>
          <a:prstGeom prst="rect">
            <a:avLst/>
          </a:prstGeom>
          <a:noFill/>
        </p:spPr>
        <p:txBody>
          <a:bodyPr wrap="square" rtlCol="0">
            <a:spAutoFit/>
          </a:bodyPr>
          <a:p>
            <a:pPr algn="ctr"/>
            <a:r>
              <a:rPr lang="en-IN" altLang="en-US" sz="4500" u="sng">
                <a:latin typeface="Times New Roman" panose="02020603050405020304" charset="0"/>
                <a:cs typeface="Times New Roman" panose="02020603050405020304" charset="0"/>
              </a:rPr>
              <a:t>voice assistants GUI </a:t>
            </a:r>
            <a:endParaRPr lang="en-IN" altLang="en-US" sz="4500" u="sng">
              <a:latin typeface="Times New Roman" panose="02020603050405020304" charset="0"/>
              <a:cs typeface="Times New Roman" panose="02020603050405020304" charset="0"/>
            </a:endParaRPr>
          </a:p>
        </p:txBody>
      </p:sp>
      <p:sp>
        <p:nvSpPr>
          <p:cNvPr id="2" name="Text Box 1"/>
          <p:cNvSpPr txBox="1"/>
          <p:nvPr/>
        </p:nvSpPr>
        <p:spPr>
          <a:xfrm>
            <a:off x="0" y="1465580"/>
            <a:ext cx="12192000" cy="368300"/>
          </a:xfrm>
          <a:prstGeom prst="rect">
            <a:avLst/>
          </a:prstGeom>
          <a:noFill/>
        </p:spPr>
        <p:txBody>
          <a:bodyPr wrap="square" rtlCol="0">
            <a:spAutoFit/>
          </a:bodyPr>
          <a:p>
            <a:endParaRPr lang="en-US"/>
          </a:p>
        </p:txBody>
      </p:sp>
      <p:pic>
        <p:nvPicPr>
          <p:cNvPr id="3" name="Picture 2" descr="Screenshot (2)"/>
          <p:cNvPicPr>
            <a:picLocks noChangeAspect="1"/>
          </p:cNvPicPr>
          <p:nvPr/>
        </p:nvPicPr>
        <p:blipFill>
          <a:blip r:embed="rId1"/>
          <a:stretch>
            <a:fillRect/>
          </a:stretch>
        </p:blipFill>
        <p:spPr>
          <a:xfrm>
            <a:off x="0" y="1465580"/>
            <a:ext cx="12191365" cy="53924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2" y="1992428"/>
            <a:ext cx="12192000" cy="2470707"/>
          </a:xfrm>
          <a:prstGeom prst="rect">
            <a:avLst/>
          </a:prstGeom>
          <a:solidFill>
            <a:srgbClr val="2B8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2354230" y="2631162"/>
            <a:ext cx="7959026" cy="1309370"/>
          </a:xfrm>
          <a:prstGeom prst="rect">
            <a:avLst/>
          </a:prstGeom>
          <a:noFill/>
        </p:spPr>
        <p:txBody>
          <a:bodyPr wrap="square" rtlCol="0" anchor="ctr">
            <a:spAutoFit/>
          </a:bodyPr>
          <a:lstStyle/>
          <a:p>
            <a:pPr algn="ctr">
              <a:lnSpc>
                <a:spcPct val="90000"/>
              </a:lnSpc>
              <a:spcBef>
                <a:spcPct val="0"/>
              </a:spcBef>
            </a:pPr>
            <a:r>
              <a:rPr lang="en-US" altLang="zh-CN" sz="8800" b="1" dirty="0" smtClean="0">
                <a:solidFill>
                  <a:srgbClr val="E5F5F7"/>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cs typeface="+mj-cs"/>
              </a:rPr>
              <a:t>THANK YOU</a:t>
            </a:r>
            <a:r>
              <a:rPr lang="zh-CN" altLang="en-US" sz="8800" b="1" dirty="0" smtClean="0">
                <a:solidFill>
                  <a:srgbClr val="E5F5F7"/>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cs typeface="+mj-cs"/>
              </a:rPr>
              <a:t>！</a:t>
            </a:r>
            <a:endParaRPr lang="zh-CN" altLang="en-US" sz="8800" b="1" dirty="0">
              <a:solidFill>
                <a:srgbClr val="E5F5F7"/>
              </a:solidFill>
              <a:effectLst>
                <a:outerShdw blurRad="50800" dist="38100" dir="5400000" algn="t" rotWithShape="0">
                  <a:prstClr val="black">
                    <a:alpha val="40000"/>
                  </a:prstClr>
                </a:outerShdw>
              </a:effectLst>
              <a:latin typeface="Microsoft YaHei" panose="020B0503020204020204" pitchFamily="34" charset="-122"/>
              <a:ea typeface="Microsoft YaHei" panose="020B0503020204020204" pitchFamily="34"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75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1250"/>
                            </p:stCondLst>
                            <p:childTnLst>
                              <p:par>
                                <p:cTn id="9" presetID="49" presetClass="entr" presetSubtype="0" decel="100000" fill="hold" grpId="0" nodeType="afterEffect">
                                  <p:stCondLst>
                                    <p:cond delay="0"/>
                                  </p:stCondLst>
                                  <p:childTnLst>
                                    <p:set>
                                      <p:cBhvr>
                                        <p:cTn id="10" dur="1" fill="hold">
                                          <p:stCondLst>
                                            <p:cond delay="0"/>
                                          </p:stCondLst>
                                        </p:cTn>
                                        <p:tgtEl>
                                          <p:spTgt spid="100"/>
                                        </p:tgtEl>
                                        <p:attrNameLst>
                                          <p:attrName>style.visibility</p:attrName>
                                        </p:attrNameLst>
                                      </p:cBhvr>
                                      <p:to>
                                        <p:strVal val="visible"/>
                                      </p:to>
                                    </p:set>
                                    <p:anim calcmode="lin" valueType="num">
                                      <p:cBhvr>
                                        <p:cTn id="11" dur="500" fill="hold"/>
                                        <p:tgtEl>
                                          <p:spTgt spid="100"/>
                                        </p:tgtEl>
                                        <p:attrNameLst>
                                          <p:attrName>ppt_w</p:attrName>
                                        </p:attrNameLst>
                                      </p:cBhvr>
                                      <p:tavLst>
                                        <p:tav tm="0">
                                          <p:val>
                                            <p:fltVal val="0"/>
                                          </p:val>
                                        </p:tav>
                                        <p:tav tm="100000">
                                          <p:val>
                                            <p:strVal val="#ppt_w"/>
                                          </p:val>
                                        </p:tav>
                                      </p:tavLst>
                                    </p:anim>
                                    <p:anim calcmode="lin" valueType="num">
                                      <p:cBhvr>
                                        <p:cTn id="12" dur="500" fill="hold"/>
                                        <p:tgtEl>
                                          <p:spTgt spid="100"/>
                                        </p:tgtEl>
                                        <p:attrNameLst>
                                          <p:attrName>ppt_h</p:attrName>
                                        </p:attrNameLst>
                                      </p:cBhvr>
                                      <p:tavLst>
                                        <p:tav tm="0">
                                          <p:val>
                                            <p:fltVal val="0"/>
                                          </p:val>
                                        </p:tav>
                                        <p:tav tm="100000">
                                          <p:val>
                                            <p:strVal val="#ppt_h"/>
                                          </p:val>
                                        </p:tav>
                                      </p:tavLst>
                                    </p:anim>
                                    <p:anim calcmode="lin" valueType="num">
                                      <p:cBhvr>
                                        <p:cTn id="13" dur="500" fill="hold"/>
                                        <p:tgtEl>
                                          <p:spTgt spid="100"/>
                                        </p:tgtEl>
                                        <p:attrNameLst>
                                          <p:attrName>style.rotation</p:attrName>
                                        </p:attrNameLst>
                                      </p:cBhvr>
                                      <p:tavLst>
                                        <p:tav tm="0">
                                          <p:val>
                                            <p:fltVal val="360"/>
                                          </p:val>
                                        </p:tav>
                                        <p:tav tm="100000">
                                          <p:val>
                                            <p:fltVal val="0"/>
                                          </p:val>
                                        </p:tav>
                                      </p:tavLst>
                                    </p:anim>
                                    <p:animEffect transition="in" filter="fade">
                                      <p:cBhvr>
                                        <p:cTn id="14"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0"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管人员">
  <a:themeElements>
    <a:clrScheme name="复合">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主管人员">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主管人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0</TotalTime>
  <Words>4268</Words>
  <Application>WPS Presentation</Application>
  <PresentationFormat>自定义</PresentationFormat>
  <Paragraphs>151</Paragraphs>
  <Slides>9</Slides>
  <Notes>26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vt:i4>
      </vt:variant>
    </vt:vector>
  </HeadingPairs>
  <TitlesOfParts>
    <vt:vector size="24" baseType="lpstr">
      <vt:lpstr>Arial</vt:lpstr>
      <vt:lpstr>SimSun</vt:lpstr>
      <vt:lpstr>Wingdings</vt:lpstr>
      <vt:lpstr>Courier New</vt:lpstr>
      <vt:lpstr>Microsoft YaHei</vt:lpstr>
      <vt:lpstr>Times New Roman</vt:lpstr>
      <vt:lpstr>Bahnschrift SemiBold</vt:lpstr>
      <vt:lpstr>Bell MT</vt:lpstr>
      <vt:lpstr>Dubai</vt:lpstr>
      <vt:lpstr>Palatino Linotype</vt:lpstr>
      <vt:lpstr>Arial Unicode MS</vt:lpstr>
      <vt:lpstr>幼圆</vt:lpstr>
      <vt:lpstr>Century Gothic</vt:lpstr>
      <vt:lpstr>Calibri</vt:lpstr>
      <vt:lpstr>主管人员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91837</cp:lastModifiedBy>
  <cp:revision>325</cp:revision>
  <dcterms:created xsi:type="dcterms:W3CDTF">2014-12-01T05:17:00Z</dcterms:created>
  <dcterms:modified xsi:type="dcterms:W3CDTF">2022-12-08T07:27:42Z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1033-11.2.0.11417</vt:lpwstr>
  </property>
  <property fmtid="{D5CDD505-2E9C-101B-9397-08002B2CF9AE}" pid="3" name="ICV">
    <vt:lpwstr>7A5EB34A4DBA41489487D4B15C9B7D14</vt:lpwstr>
  </property>
</Properties>
</file>