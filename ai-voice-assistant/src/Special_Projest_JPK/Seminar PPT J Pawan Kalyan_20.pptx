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1"/>
  </p:handoutMasterIdLst>
  <p:sldIdLst>
    <p:sldId id="258" r:id="rId3"/>
    <p:sldId id="330" r:id="rId5"/>
    <p:sldId id="331" r:id="rId6"/>
    <p:sldId id="332" r:id="rId7"/>
    <p:sldId id="333" r:id="rId8"/>
    <p:sldId id="334" r:id="rId9"/>
    <p:sldId id="290"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B57"/>
    <a:srgbClr val="FCC259"/>
    <a:srgbClr val="7C87F5"/>
    <a:srgbClr val="7FCFF5"/>
    <a:srgbClr val="595959"/>
    <a:srgbClr val="7ECDF7"/>
    <a:srgbClr val="F6A546"/>
    <a:srgbClr val="5C2D62"/>
    <a:srgbClr val="7B88F4"/>
    <a:srgbClr val="7FCD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58" d="100"/>
          <a:sy n="58" d="100"/>
        </p:scale>
        <p:origin x="-84" y="-1578"/>
      </p:cViewPr>
      <p:guideLst>
        <p:guide orient="horz" pos="2159"/>
        <p:guide pos="384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ea typeface="Arial" panose="020B0604020202020204" pitchFamily="3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ea typeface="Arial" panose="020B0604020202020204" pitchFamily="34" charset="0"/>
              </a:defRPr>
            </a:lvl1pPr>
          </a:lstStyle>
          <a:p>
            <a:fld id="{CD4C61B8-91BB-448D-A7A2-800E1C8ADC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ea typeface="Arial" panose="020B0604020202020204" pitchFamily="3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ea typeface="Arial" panose="020B0604020202020204" pitchFamily="34" charset="0"/>
              </a:defRPr>
            </a:lvl1pPr>
          </a:lstStyle>
          <a:p>
            <a:fld id="{48194861-C9FB-4F3F-A9A5-DFBEAEBFE09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1pPr>
    <a:lvl2pPr marL="4572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2pPr>
    <a:lvl3pPr marL="9144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3pPr>
    <a:lvl4pPr marL="13716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4pPr>
    <a:lvl5pPr marL="18288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title">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column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B45ECC8-A750-41F8-9F51-0C19912CE8E6}" type="slidenum">
              <a:rPr lang="zh-CN" altLang="en-US" smtClean="0"/>
            </a:fld>
            <a:endParaRPr lang="zh-CN" altLang="en-US"/>
          </a:p>
        </p:txBody>
      </p:sp>
      <p:sp>
        <p:nvSpPr>
          <p:cNvPr id="7" name="矩形 6"/>
          <p:cNvSpPr/>
          <p:nvPr userDrawn="1"/>
        </p:nvSpPr>
        <p:spPr>
          <a:xfrm>
            <a:off x="8325228" y="5859607"/>
            <a:ext cx="775136" cy="246221"/>
          </a:xfrm>
          <a:prstGeom prst="rect">
            <a:avLst/>
          </a:prstGeom>
        </p:spPr>
        <p:txBody>
          <a:bodyPr wrap="square">
            <a:spAutoFit/>
          </a:bodyPr>
          <a:lstStyle/>
          <a:p>
            <a:r>
              <a:rPr lang="en-US" altLang="zh-CN" sz="100" dirty="0">
                <a:solidFill>
                  <a:prstClr val="white"/>
                </a:solidFill>
                <a:latin typeface="Arial" panose="020B0604020202020204" pitchFamily="34" charset="0"/>
                <a:ea typeface="Arial" panose="020B0604020202020204" pitchFamily="34" charset="0"/>
              </a:rPr>
              <a:t>PPT</a:t>
            </a:r>
            <a:r>
              <a:rPr lang="zh-CN" altLang="en-US" sz="100" dirty="0">
                <a:solidFill>
                  <a:prstClr val="white"/>
                </a:solidFill>
                <a:latin typeface="Arial" panose="020B0604020202020204" pitchFamily="34" charset="0"/>
                <a:ea typeface="Arial" panose="020B0604020202020204" pitchFamily="34" charset="0"/>
              </a:rPr>
              <a:t>模板下载：</a:t>
            </a:r>
            <a:r>
              <a:rPr lang="en-US" altLang="zh-CN" sz="100" dirty="0">
                <a:solidFill>
                  <a:prstClr val="white"/>
                </a:solidFill>
                <a:latin typeface="Arial" panose="020B0604020202020204" pitchFamily="34" charset="0"/>
                <a:ea typeface="Arial" panose="020B0604020202020204" pitchFamily="34" charset="0"/>
              </a:rPr>
              <a:t>www.1ppt.com/moban/     </a:t>
            </a:r>
            <a:r>
              <a:rPr lang="zh-CN" altLang="en-US" sz="100" dirty="0">
                <a:solidFill>
                  <a:prstClr val="white"/>
                </a:solidFill>
                <a:latin typeface="Arial" panose="020B0604020202020204" pitchFamily="34" charset="0"/>
                <a:ea typeface="Arial" panose="020B0604020202020204" pitchFamily="34" charset="0"/>
              </a:rPr>
              <a:t>行业</a:t>
            </a:r>
            <a:r>
              <a:rPr lang="en-US" altLang="zh-CN" sz="100" dirty="0">
                <a:solidFill>
                  <a:prstClr val="white"/>
                </a:solidFill>
                <a:latin typeface="Arial" panose="020B0604020202020204" pitchFamily="34" charset="0"/>
                <a:ea typeface="Arial" panose="020B0604020202020204" pitchFamily="34" charset="0"/>
              </a:rPr>
              <a:t>PPT</a:t>
            </a:r>
            <a:r>
              <a:rPr lang="zh-CN" altLang="en-US" sz="100" dirty="0">
                <a:solidFill>
                  <a:prstClr val="white"/>
                </a:solidFill>
                <a:latin typeface="Arial" panose="020B0604020202020204" pitchFamily="34" charset="0"/>
                <a:ea typeface="Arial" panose="020B0604020202020204" pitchFamily="34" charset="0"/>
              </a:rPr>
              <a:t>模板：</a:t>
            </a:r>
            <a:r>
              <a:rPr lang="en-US" altLang="zh-CN" sz="100" dirty="0">
                <a:solidFill>
                  <a:prstClr val="white"/>
                </a:solidFill>
                <a:latin typeface="Arial" panose="020B0604020202020204" pitchFamily="34" charset="0"/>
                <a:ea typeface="Arial" panose="020B0604020202020204" pitchFamily="34" charset="0"/>
              </a:rPr>
              <a:t>www.1ppt.com/hangye/ </a:t>
            </a:r>
            <a:endParaRPr lang="en-US" altLang="zh-CN" sz="100" dirty="0">
              <a:solidFill>
                <a:prstClr val="white"/>
              </a:solidFill>
              <a:latin typeface="Arial" panose="020B0604020202020204" pitchFamily="34" charset="0"/>
              <a:ea typeface="Arial" panose="020B0604020202020204" pitchFamily="34" charset="0"/>
            </a:endParaRPr>
          </a:p>
          <a:p>
            <a:r>
              <a:rPr lang="zh-CN" altLang="en-US" sz="100" dirty="0">
                <a:solidFill>
                  <a:prstClr val="white"/>
                </a:solidFill>
                <a:latin typeface="Arial" panose="020B0604020202020204" pitchFamily="34" charset="0"/>
                <a:ea typeface="Arial" panose="020B0604020202020204" pitchFamily="34" charset="0"/>
              </a:rPr>
              <a:t>节日</a:t>
            </a:r>
            <a:r>
              <a:rPr lang="en-US" altLang="zh-CN" sz="100" dirty="0">
                <a:solidFill>
                  <a:prstClr val="white"/>
                </a:solidFill>
                <a:latin typeface="Arial" panose="020B0604020202020204" pitchFamily="34" charset="0"/>
                <a:ea typeface="Arial" panose="020B0604020202020204" pitchFamily="34" charset="0"/>
              </a:rPr>
              <a:t>PPT</a:t>
            </a:r>
            <a:r>
              <a:rPr lang="zh-CN" altLang="en-US" sz="100" dirty="0">
                <a:solidFill>
                  <a:prstClr val="white"/>
                </a:solidFill>
                <a:latin typeface="Arial" panose="020B0604020202020204" pitchFamily="34" charset="0"/>
                <a:ea typeface="Arial" panose="020B0604020202020204" pitchFamily="34" charset="0"/>
              </a:rPr>
              <a:t>模板：</a:t>
            </a:r>
            <a:r>
              <a:rPr lang="en-US" altLang="zh-CN" sz="100" dirty="0">
                <a:solidFill>
                  <a:prstClr val="white"/>
                </a:solidFill>
                <a:latin typeface="Arial" panose="020B0604020202020204" pitchFamily="34" charset="0"/>
                <a:ea typeface="Arial" panose="020B0604020202020204" pitchFamily="34" charset="0"/>
              </a:rPr>
              <a:t>www.1ppt.com/jieri/           PPT</a:t>
            </a:r>
            <a:r>
              <a:rPr lang="zh-CN" altLang="en-US" sz="100" dirty="0">
                <a:solidFill>
                  <a:prstClr val="white"/>
                </a:solidFill>
                <a:latin typeface="Arial" panose="020B0604020202020204" pitchFamily="34" charset="0"/>
                <a:ea typeface="Arial" panose="020B0604020202020204" pitchFamily="34" charset="0"/>
              </a:rPr>
              <a:t>素材下载：</a:t>
            </a:r>
            <a:r>
              <a:rPr lang="en-US" altLang="zh-CN" sz="100" dirty="0">
                <a:solidFill>
                  <a:prstClr val="white"/>
                </a:solidFill>
                <a:latin typeface="Arial" panose="020B0604020202020204" pitchFamily="34" charset="0"/>
                <a:ea typeface="Arial" panose="020B0604020202020204" pitchFamily="34" charset="0"/>
              </a:rPr>
              <a:t>www.1ppt.com/sucai/</a:t>
            </a:r>
            <a:endParaRPr lang="en-US" altLang="zh-CN" sz="100" dirty="0">
              <a:solidFill>
                <a:prstClr val="white"/>
              </a:solidFill>
              <a:latin typeface="Arial" panose="020B0604020202020204" pitchFamily="34" charset="0"/>
              <a:ea typeface="Arial" panose="020B0604020202020204" pitchFamily="34" charset="0"/>
            </a:endParaRPr>
          </a:p>
          <a:p>
            <a:r>
              <a:rPr lang="en-US" altLang="zh-CN" sz="100" dirty="0">
                <a:solidFill>
                  <a:prstClr val="white"/>
                </a:solidFill>
                <a:latin typeface="Arial" panose="020B0604020202020204" pitchFamily="34" charset="0"/>
                <a:ea typeface="Arial" panose="020B0604020202020204" pitchFamily="34" charset="0"/>
              </a:rPr>
              <a:t>PPT</a:t>
            </a:r>
            <a:r>
              <a:rPr lang="zh-CN" altLang="en-US" sz="100" dirty="0">
                <a:solidFill>
                  <a:prstClr val="white"/>
                </a:solidFill>
                <a:latin typeface="Arial" panose="020B0604020202020204" pitchFamily="34" charset="0"/>
                <a:ea typeface="Arial" panose="020B0604020202020204" pitchFamily="34" charset="0"/>
              </a:rPr>
              <a:t>背景图片：</a:t>
            </a:r>
            <a:r>
              <a:rPr lang="en-US" altLang="zh-CN" sz="100" dirty="0">
                <a:solidFill>
                  <a:prstClr val="white"/>
                </a:solidFill>
                <a:latin typeface="Arial" panose="020B0604020202020204" pitchFamily="34" charset="0"/>
                <a:ea typeface="Arial" panose="020B0604020202020204" pitchFamily="34" charset="0"/>
              </a:rPr>
              <a:t>www.1ppt.com/beijing/      PPT</a:t>
            </a:r>
            <a:r>
              <a:rPr lang="zh-CN" altLang="en-US" sz="100" dirty="0">
                <a:solidFill>
                  <a:prstClr val="white"/>
                </a:solidFill>
                <a:latin typeface="Arial" panose="020B0604020202020204" pitchFamily="34" charset="0"/>
                <a:ea typeface="Arial" panose="020B0604020202020204" pitchFamily="34" charset="0"/>
              </a:rPr>
              <a:t>图表下载：</a:t>
            </a:r>
            <a:r>
              <a:rPr lang="en-US" altLang="zh-CN" sz="100" dirty="0">
                <a:solidFill>
                  <a:prstClr val="white"/>
                </a:solidFill>
                <a:latin typeface="Arial" panose="020B0604020202020204" pitchFamily="34" charset="0"/>
                <a:ea typeface="Arial" panose="020B0604020202020204" pitchFamily="34" charset="0"/>
              </a:rPr>
              <a:t>www.1ppt.com/tubiao/      </a:t>
            </a:r>
            <a:endParaRPr lang="en-US" altLang="zh-CN" sz="100" dirty="0">
              <a:solidFill>
                <a:prstClr val="white"/>
              </a:solidFill>
              <a:latin typeface="Arial" panose="020B0604020202020204" pitchFamily="34" charset="0"/>
              <a:ea typeface="Arial" panose="020B0604020202020204" pitchFamily="34" charset="0"/>
            </a:endParaRPr>
          </a:p>
          <a:p>
            <a:r>
              <a:rPr lang="zh-CN" altLang="en-US" sz="100" dirty="0">
                <a:solidFill>
                  <a:prstClr val="white"/>
                </a:solidFill>
                <a:latin typeface="Arial" panose="020B0604020202020204" pitchFamily="34" charset="0"/>
                <a:ea typeface="Arial" panose="020B0604020202020204" pitchFamily="34" charset="0"/>
              </a:rPr>
              <a:t>优秀</a:t>
            </a:r>
            <a:r>
              <a:rPr lang="en-US" altLang="zh-CN" sz="100" dirty="0">
                <a:solidFill>
                  <a:prstClr val="white"/>
                </a:solidFill>
                <a:latin typeface="Arial" panose="020B0604020202020204" pitchFamily="34" charset="0"/>
                <a:ea typeface="Arial" panose="020B0604020202020204" pitchFamily="34" charset="0"/>
              </a:rPr>
              <a:t>PPT</a:t>
            </a:r>
            <a:r>
              <a:rPr lang="zh-CN" altLang="en-US" sz="100" dirty="0">
                <a:solidFill>
                  <a:prstClr val="white"/>
                </a:solidFill>
                <a:latin typeface="Arial" panose="020B0604020202020204" pitchFamily="34" charset="0"/>
                <a:ea typeface="Arial" panose="020B0604020202020204" pitchFamily="34" charset="0"/>
              </a:rPr>
              <a:t>下载：</a:t>
            </a:r>
            <a:r>
              <a:rPr lang="en-US" altLang="zh-CN" sz="100" dirty="0">
                <a:solidFill>
                  <a:prstClr val="white"/>
                </a:solidFill>
                <a:latin typeface="Arial" panose="020B0604020202020204" pitchFamily="34" charset="0"/>
                <a:ea typeface="Arial" panose="020B0604020202020204" pitchFamily="34" charset="0"/>
              </a:rPr>
              <a:t>www.1ppt.com/xiazai/        PPT</a:t>
            </a:r>
            <a:r>
              <a:rPr lang="zh-CN" altLang="en-US" sz="100" dirty="0">
                <a:solidFill>
                  <a:prstClr val="white"/>
                </a:solidFill>
                <a:latin typeface="Arial" panose="020B0604020202020204" pitchFamily="34" charset="0"/>
                <a:ea typeface="Arial" panose="020B0604020202020204" pitchFamily="34" charset="0"/>
              </a:rPr>
              <a:t>教程： </a:t>
            </a:r>
            <a:r>
              <a:rPr lang="en-US" altLang="zh-CN" sz="100" dirty="0">
                <a:solidFill>
                  <a:prstClr val="white"/>
                </a:solidFill>
                <a:latin typeface="Arial" panose="020B0604020202020204" pitchFamily="34" charset="0"/>
                <a:ea typeface="Arial" panose="020B0604020202020204" pitchFamily="34" charset="0"/>
              </a:rPr>
              <a:t>www.1ppt.com/powerpoint/      </a:t>
            </a:r>
            <a:endParaRPr lang="en-US" altLang="zh-CN" sz="100" dirty="0">
              <a:solidFill>
                <a:prstClr val="white"/>
              </a:solidFill>
              <a:latin typeface="Arial" panose="020B0604020202020204" pitchFamily="34" charset="0"/>
              <a:ea typeface="Arial" panose="020B0604020202020204" pitchFamily="34" charset="0"/>
            </a:endParaRPr>
          </a:p>
          <a:p>
            <a:r>
              <a:rPr lang="en-US" altLang="zh-CN" sz="100" dirty="0">
                <a:solidFill>
                  <a:prstClr val="white"/>
                </a:solidFill>
                <a:latin typeface="Arial" panose="020B0604020202020204" pitchFamily="34" charset="0"/>
                <a:ea typeface="Arial" panose="020B0604020202020204" pitchFamily="34" charset="0"/>
              </a:rPr>
              <a:t>Word</a:t>
            </a:r>
            <a:r>
              <a:rPr lang="zh-CN" altLang="en-US" sz="100" dirty="0">
                <a:solidFill>
                  <a:prstClr val="white"/>
                </a:solidFill>
                <a:latin typeface="Arial" panose="020B0604020202020204" pitchFamily="34" charset="0"/>
                <a:ea typeface="Arial" panose="020B0604020202020204" pitchFamily="34" charset="0"/>
              </a:rPr>
              <a:t>教程： </a:t>
            </a:r>
            <a:r>
              <a:rPr lang="en-US" altLang="zh-CN" sz="100" dirty="0">
                <a:solidFill>
                  <a:prstClr val="white"/>
                </a:solidFill>
                <a:latin typeface="Arial" panose="020B0604020202020204" pitchFamily="34" charset="0"/>
                <a:ea typeface="Arial" panose="020B0604020202020204" pitchFamily="34" charset="0"/>
              </a:rPr>
              <a:t>www.1ppt.com/word/              Excel</a:t>
            </a:r>
            <a:r>
              <a:rPr lang="zh-CN" altLang="en-US" sz="100" dirty="0">
                <a:solidFill>
                  <a:prstClr val="white"/>
                </a:solidFill>
                <a:latin typeface="Arial" panose="020B0604020202020204" pitchFamily="34" charset="0"/>
                <a:ea typeface="Arial" panose="020B0604020202020204" pitchFamily="34" charset="0"/>
              </a:rPr>
              <a:t>教程：</a:t>
            </a:r>
            <a:r>
              <a:rPr lang="en-US" altLang="zh-CN" sz="100" dirty="0">
                <a:solidFill>
                  <a:prstClr val="white"/>
                </a:solidFill>
                <a:latin typeface="Arial" panose="020B0604020202020204" pitchFamily="34" charset="0"/>
                <a:ea typeface="Arial" panose="020B0604020202020204" pitchFamily="34" charset="0"/>
              </a:rPr>
              <a:t>www.1ppt.com/excel/  </a:t>
            </a:r>
            <a:endParaRPr lang="en-US" altLang="zh-CN" sz="100" dirty="0">
              <a:solidFill>
                <a:prstClr val="white"/>
              </a:solidFill>
              <a:latin typeface="Arial" panose="020B0604020202020204" pitchFamily="34" charset="0"/>
              <a:ea typeface="Arial" panose="020B0604020202020204" pitchFamily="34" charset="0"/>
            </a:endParaRPr>
          </a:p>
          <a:p>
            <a:r>
              <a:rPr lang="zh-CN" altLang="en-US" sz="100" dirty="0">
                <a:solidFill>
                  <a:prstClr val="white"/>
                </a:solidFill>
                <a:latin typeface="Arial" panose="020B0604020202020204" pitchFamily="34" charset="0"/>
                <a:ea typeface="Arial" panose="020B0604020202020204" pitchFamily="34" charset="0"/>
              </a:rPr>
              <a:t>资料下载：</a:t>
            </a:r>
            <a:r>
              <a:rPr lang="en-US" altLang="zh-CN" sz="100" dirty="0">
                <a:solidFill>
                  <a:prstClr val="white"/>
                </a:solidFill>
                <a:latin typeface="Arial" panose="020B0604020202020204" pitchFamily="34" charset="0"/>
                <a:ea typeface="Arial" panose="020B0604020202020204" pitchFamily="34" charset="0"/>
              </a:rPr>
              <a:t>www.1ppt.com/ziliao/                PPT</a:t>
            </a:r>
            <a:r>
              <a:rPr lang="zh-CN" altLang="en-US" sz="100" dirty="0">
                <a:solidFill>
                  <a:prstClr val="white"/>
                </a:solidFill>
                <a:latin typeface="Arial" panose="020B0604020202020204" pitchFamily="34" charset="0"/>
                <a:ea typeface="Arial" panose="020B0604020202020204" pitchFamily="34" charset="0"/>
              </a:rPr>
              <a:t>课件下载：</a:t>
            </a:r>
            <a:r>
              <a:rPr lang="en-US" altLang="zh-CN" sz="100" dirty="0">
                <a:solidFill>
                  <a:prstClr val="white"/>
                </a:solidFill>
                <a:latin typeface="Arial" panose="020B0604020202020204" pitchFamily="34" charset="0"/>
                <a:ea typeface="Arial" panose="020B0604020202020204" pitchFamily="34" charset="0"/>
              </a:rPr>
              <a:t>www.1ppt.com/kejian/ </a:t>
            </a:r>
            <a:endParaRPr lang="en-US" altLang="zh-CN" sz="100" dirty="0">
              <a:solidFill>
                <a:prstClr val="white"/>
              </a:solidFill>
              <a:latin typeface="Arial" panose="020B0604020202020204" pitchFamily="34" charset="0"/>
              <a:ea typeface="Arial" panose="020B0604020202020204" pitchFamily="34" charset="0"/>
            </a:endParaRPr>
          </a:p>
          <a:p>
            <a:r>
              <a:rPr lang="zh-CN" altLang="en-US" sz="100" dirty="0">
                <a:solidFill>
                  <a:prstClr val="white"/>
                </a:solidFill>
                <a:latin typeface="Arial" panose="020B0604020202020204" pitchFamily="34" charset="0"/>
                <a:ea typeface="Arial" panose="020B0604020202020204" pitchFamily="34" charset="0"/>
              </a:rPr>
              <a:t>范文下载：</a:t>
            </a:r>
            <a:r>
              <a:rPr lang="en-US" altLang="zh-CN" sz="100" dirty="0">
                <a:solidFill>
                  <a:prstClr val="white"/>
                </a:solidFill>
                <a:latin typeface="Arial" panose="020B0604020202020204" pitchFamily="34" charset="0"/>
                <a:ea typeface="Arial" panose="020B0604020202020204" pitchFamily="34" charset="0"/>
              </a:rPr>
              <a:t>www.1ppt.com/fanwen/             </a:t>
            </a:r>
            <a:r>
              <a:rPr lang="zh-CN" altLang="en-US" sz="100" dirty="0">
                <a:solidFill>
                  <a:prstClr val="white"/>
                </a:solidFill>
                <a:latin typeface="Arial" panose="020B0604020202020204" pitchFamily="34" charset="0"/>
                <a:ea typeface="Arial" panose="020B0604020202020204" pitchFamily="34" charset="0"/>
              </a:rPr>
              <a:t>试卷下载：</a:t>
            </a:r>
            <a:r>
              <a:rPr lang="en-US" altLang="zh-CN" sz="100" dirty="0">
                <a:solidFill>
                  <a:prstClr val="white"/>
                </a:solidFill>
                <a:latin typeface="Arial" panose="020B0604020202020204" pitchFamily="34" charset="0"/>
                <a:ea typeface="Arial" panose="020B0604020202020204" pitchFamily="34" charset="0"/>
              </a:rPr>
              <a:t>www.1ppt.com/shiti/  </a:t>
            </a:r>
            <a:endParaRPr lang="en-US" altLang="zh-CN" sz="100" dirty="0">
              <a:solidFill>
                <a:prstClr val="white"/>
              </a:solidFill>
              <a:latin typeface="Arial" panose="020B0604020202020204" pitchFamily="34" charset="0"/>
              <a:ea typeface="Arial" panose="020B0604020202020204" pitchFamily="34" charset="0"/>
            </a:endParaRPr>
          </a:p>
          <a:p>
            <a:r>
              <a:rPr lang="zh-CN" altLang="en-US" sz="100" dirty="0">
                <a:solidFill>
                  <a:prstClr val="white"/>
                </a:solidFill>
                <a:latin typeface="Arial" panose="020B0604020202020204" pitchFamily="34" charset="0"/>
                <a:ea typeface="Arial" panose="020B0604020202020204" pitchFamily="34" charset="0"/>
              </a:rPr>
              <a:t>教案下载：</a:t>
            </a:r>
            <a:r>
              <a:rPr lang="en-US" altLang="zh-CN" sz="100" dirty="0">
                <a:solidFill>
                  <a:prstClr val="white"/>
                </a:solidFill>
                <a:latin typeface="Arial" panose="020B0604020202020204" pitchFamily="34" charset="0"/>
                <a:ea typeface="Arial" panose="020B0604020202020204" pitchFamily="34" charset="0"/>
              </a:rPr>
              <a:t>www.1ppt.com/jiaoan/  </a:t>
            </a:r>
            <a:r>
              <a:rPr lang="en-US" altLang="zh-CN" sz="100" dirty="0" smtClean="0">
                <a:solidFill>
                  <a:prstClr val="white"/>
                </a:solidFill>
                <a:latin typeface="Arial" panose="020B0604020202020204" pitchFamily="34" charset="0"/>
                <a:ea typeface="Arial" panose="020B0604020202020204" pitchFamily="34" charset="0"/>
              </a:rPr>
              <a:t>      </a:t>
            </a:r>
            <a:endParaRPr lang="en-US" altLang="zh-CN" sz="100" dirty="0">
              <a:solidFill>
                <a:prstClr val="white"/>
              </a:solidFill>
              <a:latin typeface="Arial" panose="020B0604020202020204" pitchFamily="34" charset="0"/>
              <a:ea typeface="Arial" panose="020B0604020202020204" pitchFamily="34" charset="0"/>
            </a:endParaRPr>
          </a:p>
          <a:p>
            <a:r>
              <a:rPr lang="zh-CN" altLang="en-US" sz="100" dirty="0" smtClean="0">
                <a:solidFill>
                  <a:prstClr val="white"/>
                </a:solidFill>
                <a:latin typeface="Arial" panose="020B0604020202020204" pitchFamily="34" charset="0"/>
                <a:ea typeface="Arial" panose="020B0604020202020204" pitchFamily="34" charset="0"/>
              </a:rPr>
              <a:t>字体下载：</a:t>
            </a:r>
            <a:r>
              <a:rPr lang="en-US" altLang="zh-CN" sz="100" dirty="0" smtClean="0">
                <a:solidFill>
                  <a:prstClr val="white"/>
                </a:solidFill>
                <a:latin typeface="Arial" panose="020B0604020202020204" pitchFamily="34" charset="0"/>
                <a:ea typeface="Arial" panose="020B0604020202020204" pitchFamily="34" charset="0"/>
              </a:rPr>
              <a:t>www.1ppt.com/ziti/</a:t>
            </a:r>
            <a:endParaRPr lang="en-US" altLang="zh-CN" sz="100" dirty="0">
              <a:solidFill>
                <a:prstClr val="white"/>
              </a:solidFill>
              <a:latin typeface="Arial" panose="020B0604020202020204" pitchFamily="34" charset="0"/>
              <a:ea typeface="Arial" panose="020B0604020202020204" pitchFamily="34" charset="0"/>
            </a:endParaRPr>
          </a:p>
          <a:p>
            <a:r>
              <a:rPr lang="en-US" altLang="zh-CN" sz="100" dirty="0">
                <a:solidFill>
                  <a:prstClr val="white"/>
                </a:solidFill>
                <a:latin typeface="Arial" panose="020B0604020202020204" pitchFamily="34" charset="0"/>
                <a:ea typeface="Arial" panose="020B0604020202020204" pitchFamily="34" charset="0"/>
              </a:rPr>
              <a:t> </a:t>
            </a:r>
            <a:endParaRPr lang="zh-CN" altLang="en-US" sz="100" dirty="0">
              <a:solidFill>
                <a:prstClr val="white"/>
              </a:solidFill>
              <a:latin typeface="Arial" panose="020B0604020202020204" pitchFamily="34" charset="0"/>
              <a:ea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and title">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and title">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Arial" panose="020B0604020202020204" pitchFamily="34" charset="0"/>
              </a:defRPr>
            </a:lvl1pPr>
          </a:lstStyle>
          <a:p>
            <a:fld id="{DB75B134-9E54-4233-9AD4-A661A84126C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Arial" panose="020B0604020202020204" pitchFamily="34"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ea typeface="Arial" panose="020B0604020202020204" pitchFamily="34" charset="0"/>
              </a:defRPr>
            </a:lvl1pPr>
          </a:lstStyle>
          <a:p>
            <a:fld id="{9B45ECC8-A750-41F8-9F51-0C19912CE8E6}" type="slidenum">
              <a:rPr lang="zh-CN" altLang="en-US" smtClean="0"/>
            </a:fld>
            <a:endParaRPr lang="zh-CN" altLang="en-US"/>
          </a:p>
        </p:txBody>
      </p:sp>
      <p:grpSp>
        <p:nvGrpSpPr>
          <p:cNvPr id="12" name="组合 11"/>
          <p:cNvGrpSpPr/>
          <p:nvPr userDrawn="1"/>
        </p:nvGrpSpPr>
        <p:grpSpPr>
          <a:xfrm>
            <a:off x="-3908" y="5467"/>
            <a:ext cx="12195907" cy="6852533"/>
            <a:chOff x="-3908" y="5467"/>
            <a:chExt cx="12195907" cy="6852533"/>
          </a:xfrm>
        </p:grpSpPr>
        <p:sp>
          <p:nvSpPr>
            <p:cNvPr id="13" name="矩形 12"/>
            <p:cNvSpPr/>
            <p:nvPr/>
          </p:nvSpPr>
          <p:spPr>
            <a:xfrm>
              <a:off x="-3908" y="5467"/>
              <a:ext cx="12195907" cy="6852533"/>
            </a:xfrm>
            <a:prstGeom prst="rect">
              <a:avLst/>
            </a:prstGeom>
            <a:solidFill>
              <a:srgbClr val="FCC2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Arial" panose="020B0604020202020204" pitchFamily="34" charset="0"/>
              </a:endParaRPr>
            </a:p>
          </p:txBody>
        </p:sp>
        <p:sp>
          <p:nvSpPr>
            <p:cNvPr id="14" name="矩形 13"/>
            <p:cNvSpPr/>
            <p:nvPr/>
          </p:nvSpPr>
          <p:spPr>
            <a:xfrm>
              <a:off x="255658" y="283470"/>
              <a:ext cx="11680684" cy="6291060"/>
            </a:xfrm>
            <a:prstGeom prst="rect">
              <a:avLst/>
            </a:prstGeom>
            <a:solidFill>
              <a:schemeClr val="bg1"/>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Arial" panose="020B0604020202020204" pitchFamily="34" charset="0"/>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Arial" panose="020B0604020202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Arial" panose="020B0604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1.jpeg"/><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PA_库_文本框 61"/>
          <p:cNvSpPr txBox="1"/>
          <p:nvPr>
            <p:custDataLst>
              <p:tags r:id="rId1"/>
            </p:custDataLst>
          </p:nvPr>
        </p:nvSpPr>
        <p:spPr>
          <a:xfrm>
            <a:off x="2439670" y="1482090"/>
            <a:ext cx="7313295" cy="860425"/>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en-US" altLang="zh-CN" sz="5000" dirty="0">
                <a:solidFill>
                  <a:schemeClr val="tx1">
                    <a:lumMod val="65000"/>
                    <a:lumOff val="35000"/>
                  </a:schemeClr>
                </a:solidFill>
                <a:latin typeface="Times New Roman" panose="02020603050405020304" charset="0"/>
                <a:ea typeface="Arial" panose="020B0604020202020204" pitchFamily="34" charset="0"/>
                <a:cs typeface="Times New Roman" panose="02020603050405020304" charset="0"/>
              </a:rPr>
              <a:t>SPECIAL PROJECT-I</a:t>
            </a:r>
            <a:endParaRPr lang="en-US" altLang="zh-CN" sz="5000" dirty="0">
              <a:solidFill>
                <a:schemeClr val="tx1">
                  <a:lumMod val="65000"/>
                  <a:lumOff val="35000"/>
                </a:schemeClr>
              </a:solidFill>
              <a:latin typeface="Times New Roman" panose="02020603050405020304" charset="0"/>
              <a:ea typeface="Arial" panose="020B0604020202020204" pitchFamily="34" charset="0"/>
              <a:cs typeface="Times New Roman" panose="02020603050405020304" charset="0"/>
            </a:endParaRPr>
          </a:p>
        </p:txBody>
      </p:sp>
      <p:grpSp>
        <p:nvGrpSpPr>
          <p:cNvPr id="69" name="PA_库_组合 68"/>
          <p:cNvGrpSpPr/>
          <p:nvPr>
            <p:custDataLst>
              <p:tags r:id="rId2"/>
            </p:custDataLst>
          </p:nvPr>
        </p:nvGrpSpPr>
        <p:grpSpPr>
          <a:xfrm flipV="1">
            <a:off x="2897505" y="2266315"/>
            <a:ext cx="6397625" cy="76200"/>
            <a:chOff x="3942207" y="4876800"/>
            <a:chExt cx="3384217" cy="275771"/>
          </a:xfrm>
        </p:grpSpPr>
        <p:sp>
          <p:nvSpPr>
            <p:cNvPr id="70" name="矩形 69"/>
            <p:cNvSpPr/>
            <p:nvPr/>
          </p:nvSpPr>
          <p:spPr>
            <a:xfrm>
              <a:off x="3942207" y="4876800"/>
              <a:ext cx="766195"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4814881" y="4876800"/>
              <a:ext cx="766195" cy="2757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5687555" y="4876800"/>
              <a:ext cx="766195" cy="2757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p:nvSpPr>
          <p:spPr>
            <a:xfrm>
              <a:off x="6560229" y="4876800"/>
              <a:ext cx="766195" cy="27577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Text Box 1"/>
          <p:cNvSpPr txBox="1"/>
          <p:nvPr/>
        </p:nvSpPr>
        <p:spPr>
          <a:xfrm>
            <a:off x="2902585" y="2517140"/>
            <a:ext cx="6392545" cy="1630045"/>
          </a:xfrm>
          <a:prstGeom prst="rect">
            <a:avLst/>
          </a:prstGeom>
          <a:noFill/>
        </p:spPr>
        <p:txBody>
          <a:bodyPr wrap="square" rtlCol="0">
            <a:spAutoFit/>
          </a:bodyPr>
          <a:p>
            <a:pPr algn="ctr"/>
            <a:r>
              <a:rPr lang="en-IN" altLang="en-US" sz="5000">
                <a:latin typeface="Times New Roman" panose="02020603050405020304" charset="0"/>
                <a:cs typeface="Times New Roman" panose="02020603050405020304" charset="0"/>
              </a:rPr>
              <a:t>Voice assistant</a:t>
            </a:r>
            <a:r>
              <a:rPr lang="en-US" altLang="en-IN" sz="5000">
                <a:latin typeface="Times New Roman" panose="02020603050405020304" charset="0"/>
                <a:cs typeface="Times New Roman" panose="02020603050405020304" charset="0"/>
              </a:rPr>
              <a:t> For PC Management</a:t>
            </a:r>
            <a:endParaRPr lang="en-US" altLang="en-IN" sz="5000">
              <a:latin typeface="Times New Roman" panose="02020603050405020304" charset="0"/>
              <a:cs typeface="Times New Roman" panose="02020603050405020304" charset="0"/>
            </a:endParaRPr>
          </a:p>
        </p:txBody>
      </p:sp>
      <p:pic>
        <p:nvPicPr>
          <p:cNvPr id="100" name="Picture 99"/>
          <p:cNvPicPr/>
          <p:nvPr/>
        </p:nvPicPr>
        <p:blipFill>
          <a:blip r:embed="rId3"/>
          <a:stretch>
            <a:fillRect/>
          </a:stretch>
        </p:blipFill>
        <p:spPr>
          <a:xfrm>
            <a:off x="4735195" y="4404360"/>
            <a:ext cx="2727960" cy="1479550"/>
          </a:xfrm>
          <a:prstGeom prst="rect">
            <a:avLst/>
          </a:prstGeom>
          <a:noFill/>
          <a:ln w="9525">
            <a:noFill/>
          </a:ln>
        </p:spPr>
      </p:pic>
      <p:sp>
        <p:nvSpPr>
          <p:cNvPr id="3" name="Text Box 2"/>
          <p:cNvSpPr txBox="1"/>
          <p:nvPr/>
        </p:nvSpPr>
        <p:spPr>
          <a:xfrm>
            <a:off x="8821420" y="5222240"/>
            <a:ext cx="3057525" cy="1106805"/>
          </a:xfrm>
          <a:prstGeom prst="rect">
            <a:avLst/>
          </a:prstGeom>
          <a:noFill/>
        </p:spPr>
        <p:txBody>
          <a:bodyPr wrap="square" rtlCol="0">
            <a:spAutoFit/>
          </a:bodyPr>
          <a:p>
            <a:r>
              <a:rPr lang="en-US" sz="1650">
                <a:latin typeface="Bahnschrift SemiBold" panose="020B0502040204020203" charset="0"/>
                <a:cs typeface="Bahnschrift SemiBold" panose="020B0502040204020203" charset="0"/>
              </a:rPr>
              <a:t>BY</a:t>
            </a:r>
            <a:endParaRPr lang="en-US" sz="1650">
              <a:latin typeface="Bahnschrift SemiBold" panose="020B0502040204020203" charset="0"/>
              <a:cs typeface="Bahnschrift SemiBold" panose="020B0502040204020203" charset="0"/>
            </a:endParaRPr>
          </a:p>
          <a:p>
            <a:r>
              <a:rPr lang="en-IN" altLang="en-US" sz="1650">
                <a:latin typeface="Bahnschrift SemiBold" panose="020B0502040204020203" charset="0"/>
                <a:cs typeface="Bahnschrift SemiBold" panose="020B0502040204020203" charset="0"/>
              </a:rPr>
              <a:t>Tarun A(20STUCHH010130)</a:t>
            </a:r>
            <a:endParaRPr lang="en-IN" altLang="en-US" sz="1650">
              <a:latin typeface="Bahnschrift SemiBold" panose="020B0502040204020203" charset="0"/>
              <a:cs typeface="Bahnschrift SemiBold" panose="020B0502040204020203" charset="0"/>
            </a:endParaRPr>
          </a:p>
          <a:p>
            <a:r>
              <a:rPr lang="en-IN" altLang="en-US" sz="1650">
                <a:latin typeface="Bahnschrift SemiBold" panose="020B0502040204020203" charset="0"/>
                <a:cs typeface="Bahnschrift SemiBold" panose="020B0502040204020203" charset="0"/>
              </a:rPr>
              <a:t>Pawan Kalyan(20STUCHH010020)</a:t>
            </a:r>
            <a:endParaRPr lang="en-IN" altLang="en-US" sz="1650">
              <a:latin typeface="Bahnschrift SemiBold" panose="020B0502040204020203" charset="0"/>
              <a:cs typeface="Bahnschrift SemiBold" panose="020B0502040204020203"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62"/>
                                        </p:tgtEl>
                                        <p:attrNameLst>
                                          <p:attrName>style.visibility</p:attrName>
                                        </p:attrNameLst>
                                      </p:cBhvr>
                                      <p:to>
                                        <p:strVal val="visible"/>
                                      </p:to>
                                    </p:set>
                                    <p:animEffect transition="in" filter="wipe(left)">
                                      <p:cBhvr>
                                        <p:cTn id="7" dur="1000"/>
                                        <p:tgtEl>
                                          <p:spTgt spid="62"/>
                                        </p:tgtEl>
                                      </p:cBhvr>
                                    </p:animEffect>
                                  </p:childTnLst>
                                </p:cTn>
                              </p:par>
                              <p:par>
                                <p:cTn id="8" presetID="22" presetClass="entr" presetSubtype="8" fill="hold" nodeType="withEffect">
                                  <p:stCondLst>
                                    <p:cond delay="250"/>
                                  </p:stCondLst>
                                  <p:childTnLst>
                                    <p:set>
                                      <p:cBhvr>
                                        <p:cTn id="9" dur="1" fill="hold">
                                          <p:stCondLst>
                                            <p:cond delay="0"/>
                                          </p:stCondLst>
                                        </p:cTn>
                                        <p:tgtEl>
                                          <p:spTgt spid="69"/>
                                        </p:tgtEl>
                                        <p:attrNameLst>
                                          <p:attrName>style.visibility</p:attrName>
                                        </p:attrNameLst>
                                      </p:cBhvr>
                                      <p:to>
                                        <p:strVal val="visible"/>
                                      </p:to>
                                    </p:set>
                                    <p:animEffect transition="in" filter="wipe(left)">
                                      <p:cBhvr>
                                        <p:cTn id="10" dur="10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US" sz="4800" u="sng">
                <a:latin typeface="Times New Roman" panose="02020603050405020304" charset="0"/>
                <a:cs typeface="Times New Roman" panose="02020603050405020304" charset="0"/>
              </a:rPr>
              <a:t>OBJECTIVE’S </a:t>
            </a:r>
            <a:endParaRPr lang="en-US" sz="4800" u="sng">
              <a:latin typeface="Times New Roman" panose="02020603050405020304" charset="0"/>
              <a:cs typeface="Times New Roman" panose="02020603050405020304" charset="0"/>
            </a:endParaRPr>
          </a:p>
        </p:txBody>
      </p:sp>
      <p:sp>
        <p:nvSpPr>
          <p:cNvPr id="5" name="Content Placeholder 4"/>
          <p:cNvSpPr>
            <a:spLocks noGrp="1"/>
          </p:cNvSpPr>
          <p:nvPr>
            <p:ph idx="1"/>
          </p:nvPr>
        </p:nvSpPr>
        <p:spPr/>
        <p:txBody>
          <a:bodyPr>
            <a:normAutofit lnSpcReduction="20000"/>
          </a:bodyPr>
          <a:p>
            <a:r>
              <a:rPr lang="en-IN" altLang="en-US">
                <a:latin typeface="Bell MT" panose="02020503060305020303" charset="0"/>
                <a:cs typeface="Bell MT" panose="02020503060305020303" charset="0"/>
              </a:rPr>
              <a:t>Using</a:t>
            </a:r>
            <a:r>
              <a:rPr lang="en-US">
                <a:latin typeface="Bell MT" panose="02020503060305020303" charset="0"/>
                <a:cs typeface="Bell MT" panose="02020503060305020303" charset="0"/>
              </a:rPr>
              <a:t> Python to create a voice assistant script.</a:t>
            </a:r>
            <a:endParaRPr lang="en-US">
              <a:latin typeface="Bell MT" panose="02020503060305020303" charset="0"/>
              <a:cs typeface="Bell MT" panose="02020503060305020303" charset="0"/>
            </a:endParaRPr>
          </a:p>
          <a:p>
            <a:r>
              <a:rPr lang="en-US">
                <a:latin typeface="Bell MT" panose="02020503060305020303" charset="0"/>
                <a:cs typeface="Bell MT" panose="02020503060305020303" charset="0"/>
              </a:rPr>
              <a:t>Input voice is used in this project to render speech output and display text on the screen. Our fundamental goal with voice assistance is to use a computer to make people smarter and get outcomes more quickly. Voice Help uses our microphone to record voice input and translates it into comprehensible computer language, providing the user with the answers and solutions they need. To deliver the results the user has requested, this service is connected to the World Wide Web. Computer systems can communicate in a variety of ways utilising natural human language thanks to the Natural Language Processing algorithm.</a:t>
            </a:r>
            <a:endParaRPr lang="en-US">
              <a:latin typeface="Bell MT" panose="02020503060305020303" charset="0"/>
              <a:cs typeface="Bell MT" panose="02020503060305020303"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4800" u="sng">
                <a:latin typeface="Times New Roman" panose="02020603050405020304" charset="0"/>
                <a:cs typeface="Times New Roman" panose="02020603050405020304" charset="0"/>
              </a:rPr>
              <a:t>SOFTWARE’S USED</a:t>
            </a:r>
            <a:endParaRPr lang="en-US" sz="4800" u="sng">
              <a:latin typeface="Times New Roman" panose="02020603050405020304" charset="0"/>
              <a:cs typeface="Times New Roman" panose="02020603050405020304" charset="0"/>
            </a:endParaRPr>
          </a:p>
        </p:txBody>
      </p:sp>
      <p:sp>
        <p:nvSpPr>
          <p:cNvPr id="3" name="Content Placeholder 2"/>
          <p:cNvSpPr>
            <a:spLocks noGrp="1"/>
          </p:cNvSpPr>
          <p:nvPr>
            <p:ph sz="half" idx="1"/>
          </p:nvPr>
        </p:nvSpPr>
        <p:spPr/>
        <p:txBody>
          <a:bodyPr>
            <a:normAutofit lnSpcReduction="10000"/>
          </a:bodyPr>
          <a:p>
            <a:r>
              <a:rPr lang="en-IN" altLang="en-US">
                <a:latin typeface="Bell MT" panose="02020503060305020303" charset="0"/>
                <a:cs typeface="Bell MT" panose="02020503060305020303" charset="0"/>
              </a:rPr>
              <a:t>Python</a:t>
            </a:r>
            <a:endParaRPr lang="en-IN" altLang="en-US">
              <a:latin typeface="Bell MT" panose="02020503060305020303" charset="0"/>
              <a:cs typeface="Bell MT" panose="02020503060305020303" charset="0"/>
            </a:endParaRPr>
          </a:p>
          <a:p>
            <a:r>
              <a:rPr lang="en-US" b="1" u="sng">
                <a:latin typeface="Bell MT" panose="02020503060305020303" charset="0"/>
                <a:cs typeface="Bell MT" panose="02020503060305020303" charset="0"/>
                <a:sym typeface="+mn-ea"/>
              </a:rPr>
              <a:t>Qt Designer</a:t>
            </a:r>
            <a:r>
              <a:rPr lang="en-US">
                <a:latin typeface="Bell MT" panose="02020503060305020303" charset="0"/>
                <a:cs typeface="Bell MT" panose="02020503060305020303" charset="0"/>
                <a:sym typeface="+mn-ea"/>
              </a:rPr>
              <a:t>, you may quickly and effectively develop GUIs for your PyQt applications. By dragging and dropping QWidget items onto an empty form, you can use this tool to create GUIs.</a:t>
            </a:r>
            <a:endParaRPr lang="en-US">
              <a:latin typeface="Bell MT" panose="02020503060305020303" charset="0"/>
              <a:cs typeface="Bell MT" panose="02020503060305020303" charset="0"/>
            </a:endParaRPr>
          </a:p>
          <a:p>
            <a:endParaRPr lang="en-IN" altLang="en-US">
              <a:latin typeface="Bell MT" panose="02020503060305020303" charset="0"/>
              <a:cs typeface="Bell MT" panose="02020503060305020303" charset="0"/>
            </a:endParaRPr>
          </a:p>
          <a:p>
            <a:endParaRPr lang="en-US">
              <a:latin typeface="Bell MT" panose="02020503060305020303" charset="0"/>
              <a:cs typeface="Bell MT" panose="02020503060305020303" charset="0"/>
            </a:endParaRPr>
          </a:p>
          <a:p>
            <a:pPr marL="0" indent="0">
              <a:buNone/>
            </a:pPr>
            <a:endParaRPr lang="en-US">
              <a:latin typeface="Bell MT" panose="02020503060305020303" charset="0"/>
              <a:cs typeface="Bell MT" panose="02020503060305020303"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4800" u="sng">
                <a:latin typeface="Times New Roman" panose="02020603050405020304" charset="0"/>
                <a:cs typeface="Times New Roman" panose="02020603050405020304" charset="0"/>
              </a:rPr>
              <a:t>ADVANTAGES</a:t>
            </a:r>
            <a:endParaRPr lang="en-US" sz="4800" u="sng">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r>
              <a:rPr lang="en-US">
                <a:latin typeface="Bell MT" panose="02020503060305020303" charset="0"/>
                <a:cs typeface="Bell MT" panose="02020503060305020303" charset="0"/>
              </a:rPr>
              <a:t>Little effort</a:t>
            </a:r>
            <a:r>
              <a:rPr lang="en-IN" altLang="en-US">
                <a:latin typeface="Bell MT" panose="02020503060305020303" charset="0"/>
                <a:cs typeface="Bell MT" panose="02020503060305020303" charset="0"/>
              </a:rPr>
              <a:t>,s</a:t>
            </a:r>
            <a:r>
              <a:rPr lang="en-US">
                <a:latin typeface="Bell MT" panose="02020503060305020303" charset="0"/>
                <a:cs typeface="Bell MT" panose="02020503060305020303" charset="0"/>
              </a:rPr>
              <a:t>aying a few words is simpler than typing them .</a:t>
            </a:r>
            <a:endParaRPr lang="en-US">
              <a:latin typeface="Bell MT" panose="02020503060305020303" charset="0"/>
              <a:cs typeface="Bell MT" panose="02020503060305020303" charset="0"/>
            </a:endParaRPr>
          </a:p>
          <a:p>
            <a:r>
              <a:rPr lang="en-IN" altLang="en-US">
                <a:latin typeface="Bell MT" panose="02020503060305020303" charset="0"/>
                <a:cs typeface="Bell MT" panose="02020503060305020303" charset="0"/>
              </a:rPr>
              <a:t>Ears and voice is enough to get help from voice assistant</a:t>
            </a:r>
            <a:endParaRPr lang="en-IN" altLang="en-US">
              <a:latin typeface="Bell MT" panose="02020503060305020303" charset="0"/>
              <a:cs typeface="Bell MT" panose="02020503060305020303" charset="0"/>
            </a:endParaRPr>
          </a:p>
          <a:p>
            <a:r>
              <a:rPr lang="en-IN" altLang="en-US">
                <a:latin typeface="Bell MT" panose="02020503060305020303" charset="0"/>
                <a:cs typeface="Bell MT" panose="02020503060305020303" charset="0"/>
              </a:rPr>
              <a:t>Easy to use</a:t>
            </a:r>
            <a:r>
              <a:rPr lang="en-US">
                <a:latin typeface="Bell MT" panose="02020503060305020303" charset="0"/>
                <a:cs typeface="Bell MT" panose="02020503060305020303" charset="0"/>
              </a:rPr>
              <a:t>.</a:t>
            </a:r>
            <a:endParaRPr lang="en-US">
              <a:latin typeface="Bell MT" panose="02020503060305020303" charset="0"/>
              <a:cs typeface="Bell MT" panose="02020503060305020303" charset="0"/>
            </a:endParaRPr>
          </a:p>
          <a:p>
            <a:r>
              <a:rPr lang="en-US">
                <a:latin typeface="Bell MT" panose="02020503060305020303" charset="0"/>
                <a:cs typeface="Bell MT" panose="02020503060305020303" charset="0"/>
              </a:rPr>
              <a:t> Fast response</a:t>
            </a:r>
            <a:endParaRPr lang="en-US">
              <a:latin typeface="Bell MT" panose="02020503060305020303" charset="0"/>
              <a:cs typeface="Bell MT" panose="02020503060305020303" charset="0"/>
            </a:endParaRPr>
          </a:p>
          <a:p>
            <a:r>
              <a:rPr lang="en-US">
                <a:latin typeface="Bell MT" panose="02020503060305020303" charset="0"/>
                <a:cs typeface="Bell MT" panose="02020503060305020303" charset="0"/>
              </a:rPr>
              <a:t> Minimally Disruptive</a:t>
            </a:r>
            <a:r>
              <a:rPr lang="en-IN" altLang="en-US">
                <a:latin typeface="Bell MT" panose="02020503060305020303" charset="0"/>
                <a:cs typeface="Bell MT" panose="02020503060305020303" charset="0"/>
              </a:rPr>
              <a:t>.</a:t>
            </a:r>
            <a:endParaRPr lang="en-IN" altLang="en-US">
              <a:latin typeface="Bell MT" panose="02020503060305020303" charset="0"/>
              <a:cs typeface="Bell MT" panose="02020503060305020303" charset="0"/>
            </a:endParaRPr>
          </a:p>
          <a:p>
            <a:r>
              <a:rPr lang="en-IN" altLang="en-US">
                <a:latin typeface="Bell MT" panose="02020503060305020303" charset="0"/>
                <a:cs typeface="Bell MT" panose="02020503060305020303" charset="0"/>
              </a:rPr>
              <a:t>Speaks multiple languages</a:t>
            </a:r>
            <a:endParaRPr lang="en-IN" altLang="en-US">
              <a:latin typeface="Bell MT" panose="02020503060305020303" charset="0"/>
              <a:cs typeface="Bell MT" panose="02020503060305020303"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4800" u="sng">
                <a:latin typeface="Times New Roman" panose="02020603050405020304" charset="0"/>
                <a:cs typeface="Times New Roman" panose="02020603050405020304" charset="0"/>
              </a:rPr>
              <a:t>DISADVANTAGES</a:t>
            </a:r>
            <a:endParaRPr lang="en-US" sz="4800" u="sng">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r>
              <a:rPr lang="en-US">
                <a:latin typeface="Bell MT" panose="02020503060305020303" charset="0"/>
                <a:cs typeface="Bell MT" panose="02020503060305020303" charset="0"/>
              </a:rPr>
              <a:t>Costly.</a:t>
            </a:r>
            <a:endParaRPr lang="en-US">
              <a:latin typeface="Bell MT" panose="02020503060305020303" charset="0"/>
              <a:cs typeface="Bell MT" panose="02020503060305020303" charset="0"/>
            </a:endParaRPr>
          </a:p>
          <a:p>
            <a:r>
              <a:rPr lang="en-IN" altLang="en-US">
                <a:latin typeface="Bell MT" panose="02020503060305020303" charset="0"/>
                <a:cs typeface="Bell MT" panose="02020503060305020303" charset="0"/>
              </a:rPr>
              <a:t>Make common grammatical Errors</a:t>
            </a:r>
            <a:r>
              <a:rPr lang="en-US">
                <a:latin typeface="Bell MT" panose="02020503060305020303" charset="0"/>
                <a:cs typeface="Bell MT" panose="02020503060305020303" charset="0"/>
              </a:rPr>
              <a:t>.</a:t>
            </a:r>
            <a:endParaRPr lang="en-US">
              <a:latin typeface="Bell MT" panose="02020503060305020303" charset="0"/>
              <a:cs typeface="Bell MT" panose="02020503060305020303" charset="0"/>
            </a:endParaRPr>
          </a:p>
          <a:p>
            <a:r>
              <a:rPr lang="en-IN" altLang="en-US">
                <a:latin typeface="Bell MT" panose="02020503060305020303" charset="0"/>
                <a:cs typeface="Bell MT" panose="02020503060305020303" charset="0"/>
              </a:rPr>
              <a:t>Makes commnication Less personal</a:t>
            </a:r>
            <a:r>
              <a:rPr lang="en-US">
                <a:latin typeface="Bell MT" panose="02020503060305020303" charset="0"/>
                <a:cs typeface="Bell MT" panose="02020503060305020303" charset="0"/>
              </a:rPr>
              <a:t>.</a:t>
            </a:r>
            <a:endParaRPr lang="en-US">
              <a:latin typeface="Bell MT" panose="02020503060305020303" charset="0"/>
              <a:cs typeface="Bell MT" panose="02020503060305020303" charset="0"/>
            </a:endParaRPr>
          </a:p>
          <a:p>
            <a:r>
              <a:rPr lang="en-IN" altLang="en-US">
                <a:latin typeface="Bell MT" panose="02020503060305020303" charset="0"/>
                <a:cs typeface="Bell MT" panose="02020503060305020303" charset="0"/>
              </a:rPr>
              <a:t>Privacy concerns</a:t>
            </a:r>
            <a:endParaRPr lang="en-IN" altLang="en-US">
              <a:latin typeface="Bell MT" panose="02020503060305020303" charset="0"/>
              <a:cs typeface="Bell MT" panose="02020503060305020303"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sz="4800" u="sng">
                <a:latin typeface="Times New Roman" panose="02020603050405020304" charset="0"/>
                <a:cs typeface="Times New Roman" panose="02020603050405020304" charset="0"/>
              </a:rPr>
              <a:t>HOW DOES THE </a:t>
            </a:r>
            <a:r>
              <a:rPr lang="en-IN" altLang="en-US" sz="4800" u="sng">
                <a:latin typeface="Times New Roman" panose="02020603050405020304" charset="0"/>
                <a:cs typeface="Times New Roman" panose="02020603050405020304" charset="0"/>
              </a:rPr>
              <a:t>Voice Assistant</a:t>
            </a:r>
            <a:r>
              <a:rPr lang="en-US" sz="4800" u="sng">
                <a:latin typeface="Times New Roman" panose="02020603050405020304" charset="0"/>
                <a:cs typeface="Times New Roman" panose="02020603050405020304" charset="0"/>
              </a:rPr>
              <a:t> WORK</a:t>
            </a:r>
            <a:endParaRPr lang="en-US" sz="4800" u="sng">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rmAutofit lnSpcReduction="10000"/>
          </a:bodyPr>
          <a:p>
            <a:r>
              <a:rPr lang="en-US">
                <a:latin typeface="Bell MT" panose="02020503060305020303" charset="0"/>
                <a:cs typeface="Bell MT" panose="02020503060305020303" charset="0"/>
              </a:rPr>
              <a:t>Users can command voice assistants by saying hey  or </a:t>
            </a:r>
            <a:r>
              <a:rPr lang="en-IN" altLang="en-US">
                <a:latin typeface="Bell MT" panose="02020503060305020303" charset="0"/>
                <a:cs typeface="Bell MT" panose="02020503060305020303" charset="0"/>
              </a:rPr>
              <a:t>name given to assistant </a:t>
            </a:r>
            <a:r>
              <a:rPr lang="en-US">
                <a:latin typeface="Bell MT" panose="02020503060305020303" charset="0"/>
                <a:cs typeface="Bell MT" panose="02020503060305020303" charset="0"/>
              </a:rPr>
              <a:t>followed by the command word they want it to follow. For example, if a user says Hey Google, followed by the command to play  songs. Google will be activated and play all of songs</a:t>
            </a:r>
            <a:r>
              <a:rPr lang="en-IN" altLang="en-US">
                <a:latin typeface="Bell MT" panose="02020503060305020303" charset="0"/>
                <a:cs typeface="Bell MT" panose="02020503060305020303" charset="0"/>
              </a:rPr>
              <a:t> in your library or from the webbrowser</a:t>
            </a:r>
            <a:r>
              <a:rPr lang="en-US">
                <a:latin typeface="Bell MT" panose="02020503060305020303" charset="0"/>
                <a:cs typeface="Bell MT" panose="02020503060305020303" charset="0"/>
              </a:rPr>
              <a:t>. </a:t>
            </a:r>
            <a:endParaRPr lang="en-US">
              <a:latin typeface="Bell MT" panose="02020503060305020303" charset="0"/>
              <a:cs typeface="Bell MT" panose="02020503060305020303" charset="0"/>
            </a:endParaRPr>
          </a:p>
          <a:p>
            <a:r>
              <a:rPr lang="en-US">
                <a:latin typeface="Bell MT" panose="02020503060305020303" charset="0"/>
                <a:cs typeface="Bell MT" panose="02020503060305020303" charset="0"/>
              </a:rPr>
              <a:t>The Top 3 Voice Assistants </a:t>
            </a:r>
            <a:r>
              <a:rPr lang="en-IN" altLang="en-US">
                <a:latin typeface="Bell MT" panose="02020503060305020303" charset="0"/>
                <a:cs typeface="Bell MT" panose="02020503060305020303" charset="0"/>
              </a:rPr>
              <a:t>in present life</a:t>
            </a:r>
            <a:endParaRPr lang="en-IN" altLang="en-US">
              <a:latin typeface="Bell MT" panose="02020503060305020303" charset="0"/>
              <a:cs typeface="Bell MT" panose="02020503060305020303" charset="0"/>
            </a:endParaRPr>
          </a:p>
          <a:p>
            <a:pPr marL="0" indent="0">
              <a:buNone/>
            </a:pPr>
            <a:r>
              <a:rPr lang="en-US">
                <a:latin typeface="Bell MT" panose="02020503060305020303" charset="0"/>
                <a:cs typeface="Bell MT" panose="02020503060305020303" charset="0"/>
              </a:rPr>
              <a:t>    1) </a:t>
            </a:r>
            <a:r>
              <a:rPr lang="en-IN" altLang="en-US">
                <a:latin typeface="Bell MT" panose="02020503060305020303" charset="0"/>
                <a:cs typeface="Bell MT" panose="02020503060305020303" charset="0"/>
              </a:rPr>
              <a:t>Google assistant</a:t>
            </a:r>
            <a:endParaRPr lang="en-US">
              <a:latin typeface="Bell MT" panose="02020503060305020303" charset="0"/>
              <a:cs typeface="Bell MT" panose="02020503060305020303" charset="0"/>
            </a:endParaRPr>
          </a:p>
          <a:p>
            <a:pPr marL="0" indent="0">
              <a:buNone/>
            </a:pPr>
            <a:r>
              <a:rPr lang="en-US">
                <a:latin typeface="Bell MT" panose="02020503060305020303" charset="0"/>
                <a:cs typeface="Bell MT" panose="02020503060305020303" charset="0"/>
              </a:rPr>
              <a:t>    2) </a:t>
            </a:r>
            <a:r>
              <a:rPr lang="en-IN" altLang="en-US">
                <a:latin typeface="Bell MT" panose="02020503060305020303" charset="0"/>
                <a:cs typeface="Bell MT" panose="02020503060305020303" charset="0"/>
              </a:rPr>
              <a:t>Apple siri</a:t>
            </a:r>
            <a:endParaRPr lang="en-IN" altLang="en-US">
              <a:latin typeface="Bell MT" panose="02020503060305020303" charset="0"/>
              <a:cs typeface="Bell MT" panose="02020503060305020303" charset="0"/>
            </a:endParaRPr>
          </a:p>
          <a:p>
            <a:pPr marL="0" indent="0">
              <a:buNone/>
            </a:pPr>
            <a:r>
              <a:rPr lang="en-US">
                <a:latin typeface="Bell MT" panose="02020503060305020303" charset="0"/>
                <a:cs typeface="Bell MT" panose="02020503060305020303" charset="0"/>
              </a:rPr>
              <a:t>    3) </a:t>
            </a:r>
            <a:r>
              <a:rPr lang="en-IN" altLang="en-US">
                <a:latin typeface="Bell MT" panose="02020503060305020303" charset="0"/>
                <a:cs typeface="Bell MT" panose="02020503060305020303" charset="0"/>
              </a:rPr>
              <a:t>Amazon alexa</a:t>
            </a:r>
            <a:endParaRPr lang="en-IN" altLang="en-US">
              <a:latin typeface="Bell MT" panose="02020503060305020303" charset="0"/>
              <a:cs typeface="Bell MT" panose="02020503060305020303" charset="0"/>
            </a:endParaRPr>
          </a:p>
          <a:p>
            <a:pPr marL="0" indent="0">
              <a:buNone/>
            </a:pPr>
            <a:r>
              <a:rPr lang="en-IN" altLang="en-US">
                <a:latin typeface="Bell MT" panose="02020503060305020303" charset="0"/>
                <a:cs typeface="Bell MT" panose="02020503060305020303" charset="0"/>
              </a:rPr>
              <a:t>ant some are cortana for windows and samsung use bixby</a:t>
            </a:r>
            <a:endParaRPr lang="en-IN" altLang="en-US">
              <a:latin typeface="Bell MT" panose="02020503060305020303" charset="0"/>
              <a:cs typeface="Bell MT" panose="02020503060305020303" charset="0"/>
            </a:endParaRPr>
          </a:p>
        </p:txBody>
      </p:sp>
      <p:pic>
        <p:nvPicPr>
          <p:cNvPr id="101" name="Picture 100"/>
          <p:cNvPicPr/>
          <p:nvPr/>
        </p:nvPicPr>
        <p:blipFill>
          <a:blip r:embed="rId1"/>
          <a:stretch>
            <a:fillRect/>
          </a:stretch>
        </p:blipFill>
        <p:spPr>
          <a:xfrm>
            <a:off x="6096000" y="3429000"/>
            <a:ext cx="0" cy="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A_库_文本框 62"/>
          <p:cNvSpPr txBox="1"/>
          <p:nvPr>
            <p:custDataLst>
              <p:tags r:id="rId1"/>
            </p:custDataLst>
          </p:nvPr>
        </p:nvSpPr>
        <p:spPr>
          <a:xfrm>
            <a:off x="4474845" y="3044825"/>
            <a:ext cx="3242310" cy="768350"/>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en-US" altLang="zh-CN" sz="4400" dirty="0">
                <a:solidFill>
                  <a:schemeClr val="tx1">
                    <a:lumMod val="65000"/>
                    <a:lumOff val="35000"/>
                  </a:schemeClr>
                </a:solidFill>
                <a:latin typeface="Arial" panose="020B0604020202020204" pitchFamily="34" charset="0"/>
                <a:ea typeface="Arial" panose="020B0604020202020204" pitchFamily="34" charset="0"/>
              </a:rPr>
              <a:t>THANKS</a:t>
            </a:r>
            <a:endParaRPr lang="en-US" altLang="zh-CN" sz="4400" dirty="0">
              <a:solidFill>
                <a:schemeClr val="tx1">
                  <a:lumMod val="65000"/>
                  <a:lumOff val="35000"/>
                </a:schemeClr>
              </a:solidFill>
              <a:latin typeface="Arial" panose="020B0604020202020204" pitchFamily="34" charset="0"/>
              <a:ea typeface="Arial" panose="020B0604020202020204" pitchFamily="34" charset="0"/>
            </a:endParaRPr>
          </a:p>
        </p:txBody>
      </p:sp>
      <p:grpSp>
        <p:nvGrpSpPr>
          <p:cNvPr id="93" name="PA_库_组合 92"/>
          <p:cNvGrpSpPr/>
          <p:nvPr>
            <p:custDataLst>
              <p:tags r:id="rId2"/>
            </p:custDataLst>
          </p:nvPr>
        </p:nvGrpSpPr>
        <p:grpSpPr>
          <a:xfrm>
            <a:off x="1828002" y="2884057"/>
            <a:ext cx="8402646" cy="1089118"/>
            <a:chOff x="1894677" y="3960111"/>
            <a:chExt cx="8402646" cy="1089118"/>
          </a:xfrm>
        </p:grpSpPr>
        <p:grpSp>
          <p:nvGrpSpPr>
            <p:cNvPr id="83" name="组合 82"/>
            <p:cNvGrpSpPr/>
            <p:nvPr/>
          </p:nvGrpSpPr>
          <p:grpSpPr>
            <a:xfrm>
              <a:off x="1894677" y="3960111"/>
              <a:ext cx="8402646" cy="45719"/>
              <a:chOff x="1894677" y="3960111"/>
              <a:chExt cx="8732457" cy="45719"/>
            </a:xfrm>
          </p:grpSpPr>
          <p:sp>
            <p:nvSpPr>
              <p:cNvPr id="68" name="矩形 67"/>
              <p:cNvSpPr/>
              <p:nvPr/>
            </p:nvSpPr>
            <p:spPr>
              <a:xfrm flipV="1">
                <a:off x="1894677" y="3960111"/>
                <a:ext cx="981117"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flipV="1">
                <a:off x="3002011" y="3960111"/>
                <a:ext cx="981117"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flipV="1">
                <a:off x="4109345" y="3960111"/>
                <a:ext cx="981117"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flipV="1">
                <a:off x="5216679" y="3960111"/>
                <a:ext cx="981117"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flipV="1">
                <a:off x="6324013" y="3960111"/>
                <a:ext cx="981117"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flipV="1">
                <a:off x="7431347" y="3960111"/>
                <a:ext cx="981117"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flipV="1">
                <a:off x="8538681" y="3960111"/>
                <a:ext cx="981117"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flipV="1">
                <a:off x="9646017" y="3960111"/>
                <a:ext cx="981117"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4" name="组合 83"/>
            <p:cNvGrpSpPr/>
            <p:nvPr/>
          </p:nvGrpSpPr>
          <p:grpSpPr>
            <a:xfrm>
              <a:off x="1894677" y="5003510"/>
              <a:ext cx="8402646" cy="45719"/>
              <a:chOff x="1894677" y="3960111"/>
              <a:chExt cx="8732457" cy="45719"/>
            </a:xfrm>
          </p:grpSpPr>
          <p:sp>
            <p:nvSpPr>
              <p:cNvPr id="85" name="矩形 84"/>
              <p:cNvSpPr/>
              <p:nvPr/>
            </p:nvSpPr>
            <p:spPr>
              <a:xfrm flipV="1">
                <a:off x="1894677" y="3960111"/>
                <a:ext cx="981117"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nvSpPr>
            <p:spPr>
              <a:xfrm flipV="1">
                <a:off x="3002011" y="3960111"/>
                <a:ext cx="981117"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p:cNvSpPr/>
              <p:nvPr/>
            </p:nvSpPr>
            <p:spPr>
              <a:xfrm flipV="1">
                <a:off x="4109345" y="3960111"/>
                <a:ext cx="981117"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p:cNvSpPr/>
              <p:nvPr/>
            </p:nvSpPr>
            <p:spPr>
              <a:xfrm flipV="1">
                <a:off x="5216679" y="3960111"/>
                <a:ext cx="981117"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p:cNvSpPr/>
              <p:nvPr/>
            </p:nvSpPr>
            <p:spPr>
              <a:xfrm flipV="1">
                <a:off x="6324013" y="3960111"/>
                <a:ext cx="981117"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p:nvSpPr>
            <p:spPr>
              <a:xfrm flipV="1">
                <a:off x="7431347" y="3960111"/>
                <a:ext cx="981117"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p:cNvSpPr/>
              <p:nvPr/>
            </p:nvSpPr>
            <p:spPr>
              <a:xfrm flipV="1">
                <a:off x="8538681" y="3960111"/>
                <a:ext cx="981117"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nvSpPr>
            <p:spPr>
              <a:xfrm flipV="1">
                <a:off x="9646017" y="3960111"/>
                <a:ext cx="981117"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63"/>
                                        </p:tgtEl>
                                        <p:attrNameLst>
                                          <p:attrName>style.visibility</p:attrName>
                                        </p:attrNameLst>
                                      </p:cBhvr>
                                      <p:to>
                                        <p:strVal val="visible"/>
                                      </p:to>
                                    </p:set>
                                    <p:animEffect transition="in" filter="wipe(left)">
                                      <p:cBhvr>
                                        <p:cTn id="7" dur="1000"/>
                                        <p:tgtEl>
                                          <p:spTgt spid="63"/>
                                        </p:tgtEl>
                                      </p:cBhvr>
                                    </p:animEffect>
                                  </p:childTnLst>
                                </p:cTn>
                              </p:par>
                              <p:par>
                                <p:cTn id="8" presetID="22" presetClass="entr" presetSubtype="8" fill="hold" nodeType="withEffect">
                                  <p:stCondLst>
                                    <p:cond delay="250"/>
                                  </p:stCondLst>
                                  <p:childTnLst>
                                    <p:set>
                                      <p:cBhvr>
                                        <p:cTn id="9" dur="1" fill="hold">
                                          <p:stCondLst>
                                            <p:cond delay="0"/>
                                          </p:stCondLst>
                                        </p:cTn>
                                        <p:tgtEl>
                                          <p:spTgt spid="93"/>
                                        </p:tgtEl>
                                        <p:attrNameLst>
                                          <p:attrName>style.visibility</p:attrName>
                                        </p:attrNameLst>
                                      </p:cBhvr>
                                      <p:to>
                                        <p:strVal val="visible"/>
                                      </p:to>
                                    </p:set>
                                    <p:animEffect transition="in" filter="wipe(left)">
                                      <p:cBhvr>
                                        <p:cTn id="10" dur="10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utoUpdateAnimBg="0"/>
    </p:bldLst>
  </p:timing>
</p:sld>
</file>

<file path=ppt/tags/tag1.xml><?xml version="1.0" encoding="utf-8"?>
<p:tagLst xmlns:p="http://schemas.openxmlformats.org/presentationml/2006/main">
  <p:tag name="PA" val="v4.0.0"/>
</p:tagLst>
</file>

<file path=ppt/tags/tag2.xml><?xml version="1.0" encoding="utf-8"?>
<p:tagLst xmlns:p="http://schemas.openxmlformats.org/presentationml/2006/main">
  <p:tag name="PA" val="v4.0.0"/>
</p:tagLst>
</file>

<file path=ppt/tags/tag3.xml><?xml version="1.0" encoding="utf-8"?>
<p:tagLst xmlns:p="http://schemas.openxmlformats.org/presentationml/2006/main">
  <p:tag name="PA" val="v4.0.0"/>
</p:tagLst>
</file>

<file path=ppt/tags/tag4.xml><?xml version="1.0" encoding="utf-8"?>
<p:tagLst xmlns:p="http://schemas.openxmlformats.org/presentationml/2006/main">
  <p:tag name="PA" val="v4.0.0"/>
</p:tagLst>
</file>

<file path=ppt/theme/theme1.xml><?xml version="1.0" encoding="utf-8"?>
<a:theme xmlns:a="http://schemas.openxmlformats.org/drawingml/2006/main" name="Office Theme">
  <a:themeElements>
    <a:clrScheme name="自定义 1">
      <a:dk1>
        <a:sysClr val="windowText" lastClr="000000"/>
      </a:dk1>
      <a:lt1>
        <a:sysClr val="window" lastClr="FFFFFF"/>
      </a:lt1>
      <a:dk2>
        <a:srgbClr val="44546A"/>
      </a:dk2>
      <a:lt2>
        <a:srgbClr val="E7E6E6"/>
      </a:lt2>
      <a:accent1>
        <a:srgbClr val="FF5B57"/>
      </a:accent1>
      <a:accent2>
        <a:srgbClr val="FCC259"/>
      </a:accent2>
      <a:accent3>
        <a:srgbClr val="7ECDF7"/>
      </a:accent3>
      <a:accent4>
        <a:srgbClr val="7C87F5"/>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1775</Words>
  <Application>WPS Presentation</Application>
  <PresentationFormat>自定义</PresentationFormat>
  <Paragraphs>48</Paragraphs>
  <Slides>7</Slides>
  <Notes>25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vt:i4>
      </vt:variant>
    </vt:vector>
  </HeadingPairs>
  <TitlesOfParts>
    <vt:vector size="17" baseType="lpstr">
      <vt:lpstr>Arial</vt:lpstr>
      <vt:lpstr>SimSun</vt:lpstr>
      <vt:lpstr>Wingdings</vt:lpstr>
      <vt:lpstr>华文细黑</vt:lpstr>
      <vt:lpstr>Microsoft YaHei</vt:lpstr>
      <vt:lpstr>Times New Roman</vt:lpstr>
      <vt:lpstr>Bahnschrift SemiBold</vt:lpstr>
      <vt:lpstr>Bell MT</vt:lpstr>
      <vt:lpstr>Arial Unicode MS</vt:lpstr>
      <vt:lpstr>Office Theme</vt:lpstr>
      <vt:lpstr>PowerPoint 演示文稿</vt:lpstr>
      <vt:lpstr>OBJECTIVE’S </vt:lpstr>
      <vt:lpstr>SOFTWARE’S USED</vt:lpstr>
      <vt:lpstr>ADVANTAGES</vt:lpstr>
      <vt:lpstr>DISADVANTAGES</vt:lpstr>
      <vt:lpstr>HOW DOES THE Voice Assistant WORK</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MBE</dc:title>
  <dc:creator>第一PPT</dc:creator>
  <cp:keywords>www.1ppt.com</cp:keywords>
  <dc:description>www.1ppt.com</dc:description>
  <cp:lastModifiedBy>91837</cp:lastModifiedBy>
  <cp:revision>92</cp:revision>
  <dcterms:created xsi:type="dcterms:W3CDTF">2017-04-15T01:14:00Z</dcterms:created>
  <dcterms:modified xsi:type="dcterms:W3CDTF">2022-12-08T07:27:41Z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1033-11.2.0.11417</vt:lpwstr>
  </property>
  <property fmtid="{D5CDD505-2E9C-101B-9397-08002B2CF9AE}" pid="3" name="ICV">
    <vt:lpwstr>9C3515D069514DE4B63C6CDC22383A33</vt:lpwstr>
  </property>
</Properties>
</file>